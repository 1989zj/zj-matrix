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How to Install Gemma 4 on Mobile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Overview:\n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Google's Gemma 4 (such as the 4B parameters version) can run natively on iOS and Android using cross-platform inference engines that support GGUF models.\n\n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Prerequisites:\n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 modern smartphone (iPhone 12+ or equivalent Android with 8GB+ RAM)\n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At least 3-5 GB of free storage space for a 4B parameter model in 4-bit quantization\n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Step 1: Download an Inference App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For iOS (iPhone/iPad):\n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ChatterUI or Layla (Great overall UI)\n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MLX Chat (Optimized for Apple Silicon)\n\n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For Android:\n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Layla (Excellent hardware acceleration)\n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ChatterUI\n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Termux (For advanced users: install llama.cpp manually)\n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Step 2: Get the Gemma 4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You need a 'Quantized' version of the model to fit it in mobile RAM.\n\n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Open your browser and go to Hugging Face (huggingface.co).\n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Search for: 'gemma-4-E4B-it-GGUF' (look for Unsloth or Bartowski's uploads).\n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Go to the 'Files' tab.\n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4. Download a file ending in '-Q4_K_M.gguf' (4-bit quantization, balances speed and quality).\n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Step 3: Load and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Open your downloaded App (e.g., Layla / ChatterUI).\n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Go to Model Settings -&gt; Import Local Model.\n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Select the .gguf file you downloaded to your phone's files.\n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4. Set the prompt format to 'Gemma' if it asks.\n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5. Hit Chat! The model runs 100% offline.\n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4 Mobile Deployment Guide</dc:title>
  <dc:subject>PptxGenJS Presentation</dc:subject>
  <dc:creator>Hermes Agent</dc:creator>
  <cp:lastModifiedBy>Hermes Agent</cp:lastModifiedBy>
  <cp:revision>1</cp:revision>
  <dcterms:created xsi:type="dcterms:W3CDTF">2026-04-15T14:09:36Z</dcterms:created>
  <dcterms:modified xsi:type="dcterms:W3CDTF">2026-04-15T14:09:36Z</dcterms:modified>
</cp:coreProperties>
</file>