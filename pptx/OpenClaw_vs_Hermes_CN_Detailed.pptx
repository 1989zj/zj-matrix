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vs Hermes Agent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核心能力与战略选型全维度对比 (详细版)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多维度深度解析 • 优缺点详评 • 真实场景举例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执行摘要与定位 (Executive Summary)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OpenClaw：开源复刻先锋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定位：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Devin 的开源替代平替版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驱动力：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极度活跃的社区主导开发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核心模式：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提供初始 Prompt，进入单向自动补全与执行闭环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适用对象：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喜欢完全掌控底层源码的极客与研究者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37160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06450000" dist="483870000" dir="162000000000">
              <a:srgbClr val="000000">
                <a:alpha val="10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Agent：工业级智能副驾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定位：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Deepmind 架构级全能智能体系统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驱动力：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生产力效率优先与深度工作流自动化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核心模式：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长程持久记忆、异步交互、多端协同控制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适用对象：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需要解决复杂连续任务与跨平台调度的专业团队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维度一：记忆机制与上下文管理 (Memory)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241915000000" dist="6145149000000" dir="9720000000000000">
              <a:srgbClr val="000000">
                <a:alpha val="1000000000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3383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单次会话绝对隔离，无历史包袱污染；代码和环境数据在任务结束后可完全清除，隐私与安全边界极度清晰。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缺乏长时记忆引擎。无法在会话间继承知识或用户偏好，每次遇到相似问题需要从头开始推理。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如果昨天你教过它内部 API 的绕过方法，今天新建任务时，它完全不记得，你必须把长篇文档再喂给它一次。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0072320500000000" dist="78043392300000000" dir="583200000000000000000">
              <a:srgbClr val="000000">
                <a:alpha val="1000000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9144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具备系统级的持久化记忆与会话检索引擎 (Session Search)。能跨时间轴查阅过去解决过的 Bug、积累的工作流和用户偏好。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如果不定期人工干预或修剪，庞大的记忆库可能会在某些极端情况下带来不相关的上下文噪音（幻觉风险）。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你告诉 Hermes '我以后所有项目只用 Yarn 不用 NPM'，在未来数月的任何新任务中，它都会自动执行 yarn install 而无需提醒。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维度二：技能体系与智能体协同 (Skills &amp; Multi-Agent)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65191847035e+21" dist="991151082210000000000" dir="3.4992e+25">
              <a:srgbClr val="000000">
                <a:alpha val="1e+24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3383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底层完全开源，架构简单。开发者可以直接修改源码来添加自定义逻辑、接入本地小参数量大模型等。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动态扩展能力较弱。新增一套复杂工具流通常需要修改底层 Python 代码并重新构建容器环境，学习曲线陡峭。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你想让它支持直接操作 '企业内部 Jira 系统'，需要深入项目源码编写 Python 接口并提交部署，无法热更新。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0979364573445003e+25" dist="1.2587618744067e+25" dir="2.09952e+30">
              <a:srgbClr val="000000">
                <a:alpha val="1e+2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9144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拥有独特的动态 Skills 体系，通过 Markdown/YAML 定义 SOP；支持一键委派任务 (Delegate) 派生子智能体并发执行任务。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系统生态较为庞大，编写高阶的复杂技能需要熟悉 Hermes 的特殊标记语言、工具链语法及依赖约束。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通过一条指令，Hermes 可以分裂出三个 Subagent 分别排查前端、后端和数据库日志，随后由主进程整合并提交修复报告。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维度三：执行环境与原生深度操作 (Environment)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6643793008275154e+29" dist="1.598627580496509e+29" dir="1.259712e+35">
              <a:srgbClr val="000000">
                <a:alpha val="1e+34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3383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建立在标准的 Docker 沙盒内执行，提供 Web UI 的拟真终端和浏览器，即使失控也无法威胁宿主机，安全性高。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由于沙盒强隔离，对宿主机原生系统、守护进程、长期运行的后台任务缺乏精细调度与持久化接管能力。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让它跑一个需要 3 小时的全库数据迁移脚本，网页端一旦断开可能会丢失输出状态跟踪，只能进入容器慢慢查日志。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3837617120509443e+33" dist="2.0302570272305663e+33" dir="7.558272e+39">
              <a:srgbClr val="000000">
                <a:alpha val="1e+3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9144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底层终端/后台进程极度整合。可精准写入文件 (Patch)、创建后台驻留进程，并在任务结束后自动通知。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权限过大。如果未配置完善的权限审核墙 (如 Tirith)，在处理敏感目录或高危指令时存在误删除文件的风险。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下班前让它在后台编译 Linux 内核，你可以直接关掉电脑。跑完后，它会自动通过飞书推送结果通知和异常截图。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维度四：交互形态与生态触达 (Interaction &amp; Reach)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297377374304699e+37" dist="2.578426424582819e+37" dir="4.5349632000000006e+44">
              <a:srgbClr val="000000">
                <a:alpha val="9.999999999999999e+43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3383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提供类似 Devin 的专属 Web 页面，左侧聊天、右侧终端与浏览器预览，专门为'看 AI 写代码'而生，体验直观。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交互场景被死死限制在电脑浏览器端。必须坐在工位上打开特定网页，才能下发任务或查看进度。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周末出现紧急线上 Bug 时，你必须打开电脑，登录 OpenClaw 网页版，再把报错日志粘贴进去让它排查。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457669265366968e+41" dist="3.2746015592201804e+41" dir="2.72097792e+49">
              <a:srgbClr val="000000">
                <a:alpha val="1e+4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91440" cy="3383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 (Pros):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原生支持多端 IM 矩阵（飞书、企业微信、Discord、Slack等）。它更像是一个拥有全平台账号的赛博数字员工。
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 (Cons):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IM（聊天软件）中交互时，受限于软件本身排版，查看大段代码 Diff 不如专属的宽屏网页版直观舒服。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7490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🌰 举例: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周末发现线上 Bug，你直接在微信里@Hermes：“拉取最新 master 报错，帮我查下谁搞挂了环境”，它直接在聊天里返还修复方案。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核心能力雷达及优缺点总览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考量维度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OpenClaw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Hermes Agent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💡 适用场景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研究、极客玩具、独立沙盒隔离开发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重度生产力、自动化流水线、团队协作网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🧠 记忆与状态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阅后即焚，单次任务最高专注度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终身记忆，跨会话检索，经验累积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⚙️ 扩展难度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硬编码修改（重度，需懂 Python/Docker）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热插拔技能（轻量，通过 Markdown 即可）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📱 跨端交互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仅限专属的本地/云端 Web 界面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全平台 IM 打通 (微信/飞书/Discord/CLI)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🛡️ 安全与风险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高度安全，受限于容器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需人工审核高危指令，直接触达宿主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最终结论与落地选型建议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88620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OpenClaw 的场景：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你是一名想要深度剖析 Agent 架构的研究者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需要一个纯粹的安全沙盒，无论 AI 怎么发疯都不会影响本地环境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喜欢在漂亮的类似 Devin 的大屏 UI 里看着代码一行行自动跳动
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388620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Hermes Agent 的场景：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期望一个能真正融入日常工作流，记住你习惯的赛博同事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存在大量并发任务、定时监控任务，需要利用 IM 软件异步跟进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需要跨项目的持久上下文，以及能将成功经验随时固化为新技能系统
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不仅仅是一个工具箱，而是一个伴随性进化的操作系统层副驾。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vs Hermes Agent 深度对比分析</dc:title>
  <dc:subject>PptxGenJS Presentation</dc:subject>
  <dc:creator>Hermes Agent</dc:creator>
  <cp:lastModifiedBy>Hermes Agent</cp:lastModifiedBy>
  <cp:revision>1</cp:revision>
  <dcterms:created xsi:type="dcterms:W3CDTF">2026-04-15T13:49:18Z</dcterms:created>
  <dcterms:modified xsi:type="dcterms:W3CDTF">2026-04-15T13:49:18Z</dcterms:modified>
</cp:coreProperties>
</file>