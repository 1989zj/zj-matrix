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OpenClaw vs. Hermes Agent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 and Strategic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Generated by Hermes Agent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High-Level Overview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91440" cy="3200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</a:rPr>
              <a:t>OpenClaw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Nature: Open-source implementation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Focus: Replicating closed-source capabilities (like Devin)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Architecture: Agent-based execution engine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Community: Community-driven development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00600" y="1371600"/>
            <a:ext cx="3886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371600"/>
            <a:ext cx="91440" cy="3200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54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</a:rPr>
              <a:t>Hermes Agent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Nature: Advanced Agentic Coding system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Origin: Google Deepmind team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Architecture: Deep OS/Terminal integration, persistent memory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63636"/>
                </a:solidFill>
              </a:rPr>
              <a:t>Ecosystem: Extensible 'Skills' and multi-platform (CLI, Chat)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Capabilities Comparison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OpenClaw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Hermes Agent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Tool Execution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Standard CLI &amp; web browsing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Advanced terminal (bg/fg), custom sandboxes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Memory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Session-based / Limited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Persistent memory &amp; long-term session recall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Extensibility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Code modification required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Dynamic 'Skills' system (YAML/Markdown)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Platform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Primarily Web/CLI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CLI, Discord, Telegram, Slack, Webhook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Coding Paradigm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Autonomous task solving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Agentic pair programming &amp; autonomous subagents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Hermes Stands Out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4114800" cy="1463040"/>
          </a:xfrm>
          <a:prstGeom prst="rect">
            <a:avLst/>
          </a:prstGeom>
          <a:solidFill>
            <a:srgbClr val="2A347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Procedural Memory (Skills)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Learns workflows and saves them as skills. Automatically recalls context, commands, and pitfalls for recurring tasks.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114800" cy="1463040"/>
          </a:xfrm>
          <a:prstGeom prst="rect">
            <a:avLst/>
          </a:prstGeom>
          <a:solidFill>
            <a:srgbClr val="2A3475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371600"/>
            <a:ext cx="73152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Deep Integration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0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First-class terminal access. Can manage background processes, read/write files precisely, and interact with the OS seamlessly.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114800" cy="1463040"/>
          </a:xfrm>
          <a:prstGeom prst="rect">
            <a:avLst/>
          </a:prstGeom>
          <a:solidFill>
            <a:srgbClr val="2A347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200400"/>
            <a:ext cx="73152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Multi-Agent Delegation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Can spawn subagents to tackle parallel tasks or isolated codebases, merging results seamlessly into the main context.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0" y="3200400"/>
            <a:ext cx="4114800" cy="1463040"/>
          </a:xfrm>
          <a:prstGeom prst="rect">
            <a:avLst/>
          </a:prstGeom>
          <a:solidFill>
            <a:srgbClr val="2A347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3200400"/>
            <a:ext cx="73152" cy="14630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</a:rPr>
              <a:t>Ubiquitous Access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54880" y="3657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Available across IM platforms (Feishu, WeChat, Discord). Continues work asynchronously and delivers results anywhere.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Summary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381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F4444"/>
                </a:solidFill>
              </a:rPr>
              <a:t>OpenClaw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Excellent for research, exploring agent architectures, and community-driven hacking. Great alternative if you want to self-host a Devin-like experience from scratch.
</a:t>
            </a:r>
            <a:endParaRPr lang="en-US" sz="18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</a:rPr>
              <a:t>Hermes Agent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A production-grade, highly-integrated assistant. Superior for daily workflows due to its multi-platform availability, procedural memory (Skills), and deep execution environment.
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</a:rPr>
              <a:t>Hermes is designed to be a ubiquitous, evolving partner rather than just a task runner.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OpenClaw vs Hermes Agent Comparison</dc:title>
  <dc:subject>PptxGenJS Presentation</dc:subject>
  <dc:creator>Hermes Agent</dc:creator>
  <cp:lastModifiedBy>Hermes Agent</cp:lastModifiedBy>
  <cp:revision>1</cp:revision>
  <dcterms:created xsi:type="dcterms:W3CDTF">2026-04-15T13:45:10Z</dcterms:created>
  <dcterms:modified xsi:type="dcterms:W3CDTF">2026-04-15T13:45:10Z</dcterms:modified>
</cp:coreProperties>
</file>