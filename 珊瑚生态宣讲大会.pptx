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  <p:sldMasterId id="2147483653" r:id="rId4"/>
    <p:sldMasterId id="2147483657" r:id="rId5"/>
  </p:sldMasterIdLst>
  <p:notesMasterIdLst>
    <p:notesMasterId r:id="rId12"/>
  </p:notesMasterIdLst>
  <p:sldIdLst>
    <p:sldId id="284" r:id="rId6"/>
    <p:sldId id="308" r:id="rId7"/>
    <p:sldId id="324" r:id="rId8"/>
    <p:sldId id="323" r:id="rId9"/>
    <p:sldId id="310" r:id="rId10"/>
    <p:sldId id="314" r:id="rId11"/>
    <p:sldId id="311" r:id="rId13"/>
    <p:sldId id="265" r:id="rId14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09FB"/>
    <a:srgbClr val="0722AA"/>
    <a:srgbClr val="1D384C"/>
    <a:srgbClr val="F0F4FF"/>
    <a:srgbClr val="3276F2"/>
    <a:srgbClr val="6195F5"/>
    <a:srgbClr val="20D799"/>
    <a:srgbClr val="0070C0"/>
    <a:srgbClr val="EF89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86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gs" Target="tags/tag133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>
                <a:solidFill>
                  <a:srgbClr val="1D384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我们从什么角度引入了哪些外部</a:t>
            </a:r>
            <a:r>
              <a:rPr lang="en-US" altLang="zh-CN">
                <a:solidFill>
                  <a:srgbClr val="1D384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Skill</a:t>
            </a:r>
            <a:r>
              <a:rPr lang="zh-CN" altLang="en-US">
                <a:solidFill>
                  <a:srgbClr val="1D384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，基于什么样的场景考虑，主要核心围绕生态的价值，</a:t>
            </a:r>
            <a:r>
              <a:rPr lang="zh-CN" altLang="en-US">
                <a:solidFill>
                  <a:srgbClr val="1D384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体现我们建设的思想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1968" y="7154311"/>
            <a:ext cx="2699859" cy="31678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5786" y="7154311"/>
            <a:ext cx="3959794" cy="31678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138" y="7154311"/>
            <a:ext cx="2699859" cy="316784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6" Type="http://schemas.openxmlformats.org/officeDocument/2006/relationships/theme" Target="../theme/theme3.xml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4" Type="http://schemas.openxmlformats.org/officeDocument/2006/relationships/theme" Target="../theme/theme4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7496" y="-7496"/>
            <a:ext cx="12197556" cy="6865496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475482" y="2457571"/>
            <a:ext cx="25631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800" dirty="0">
                <a:solidFill>
                  <a:schemeClr val="bg1"/>
                </a:solidFill>
                <a:latin typeface="Helvetica Neue LT Std 65 Medium" panose="020B0604020202020204" pitchFamily="34" charset="0"/>
                <a:ea typeface="思源黑体 CN Medium" panose="020B0600000000000000" pitchFamily="34" charset="-128"/>
              </a:rPr>
              <a:t>Thanks!</a:t>
            </a:r>
            <a:endParaRPr kumimoji="1" lang="zh-CN" altLang="en-US" sz="4800" dirty="0">
              <a:solidFill>
                <a:schemeClr val="bg1"/>
              </a:solidFill>
              <a:latin typeface="Helvetica Neue LT Std 65 Medium" panose="020B0604020202020204" pitchFamily="34" charset="0"/>
              <a:ea typeface="思源黑体 CN Medium" panose="020B0600000000000000" pitchFamily="34" charset="-128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20" y="6182790"/>
            <a:ext cx="1668444" cy="571604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1886474" y="6336581"/>
            <a:ext cx="35436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100" b="0" i="0" baseline="0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文化固基   </a:t>
            </a:r>
            <a:r>
              <a:rPr kumimoji="1" lang="en-US" altLang="zh-CN" sz="1100" b="0" i="0" baseline="0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AI</a:t>
            </a:r>
            <a:r>
              <a:rPr kumimoji="1" lang="zh-CN" altLang="en-US" sz="1100" b="0" i="0" baseline="0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驱动   </a:t>
            </a:r>
            <a:r>
              <a:rPr kumimoji="1" lang="zh-CN" altLang="en-US" sz="1100" b="0" i="0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战略协同</a:t>
            </a:r>
            <a:r>
              <a:rPr kumimoji="1" lang="zh-CN" altLang="en-US" sz="1100" b="0" i="0" baseline="0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风险控制   合规管理</a:t>
            </a:r>
            <a:endParaRPr kumimoji="1" lang="zh-CN" altLang="en-US" sz="1100" b="0" i="0" dirty="0">
              <a:solidFill>
                <a:schemeClr val="bg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495"/>
            <a:ext cx="12192000" cy="6858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70" t="32241" r="33054" b="43333"/>
          <a:stretch>
            <a:fillRect/>
          </a:stretch>
        </p:blipFill>
        <p:spPr>
          <a:xfrm>
            <a:off x="140676" y="6203852"/>
            <a:ext cx="1786597" cy="534573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1900542" y="6336581"/>
            <a:ext cx="41204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100" b="0" i="0" baseline="0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文化固基   </a:t>
            </a:r>
            <a:r>
              <a:rPr kumimoji="1" lang="en-US" altLang="zh-CN" sz="1100" b="0" i="0" baseline="0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AI</a:t>
            </a:r>
            <a:r>
              <a:rPr kumimoji="1" lang="zh-CN" altLang="en-US" sz="1100" b="0" i="0" baseline="0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驱动   </a:t>
            </a:r>
            <a:r>
              <a:rPr kumimoji="1" lang="zh-CN" altLang="en-US" sz="1100" b="0" i="0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战略协同</a:t>
            </a:r>
            <a:r>
              <a:rPr kumimoji="1" lang="zh-CN" altLang="en-US" sz="1100" b="0" i="0" baseline="0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风险控制   合规管理</a:t>
            </a:r>
            <a:endParaRPr kumimoji="1" lang="zh-CN" altLang="en-US" sz="1100" b="0" i="0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495"/>
            <a:ext cx="12192000" cy="6858000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475482" y="2457571"/>
            <a:ext cx="25631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800" dirty="0">
                <a:solidFill>
                  <a:srgbClr val="1D374B"/>
                </a:solidFill>
                <a:latin typeface="Helvetica Neue LT Std 65 Medium" panose="020B0604020202020204" pitchFamily="34" charset="0"/>
                <a:ea typeface="思源黑体 CN Medium" panose="020B0600000000000000" pitchFamily="34" charset="-128"/>
              </a:rPr>
              <a:t>Thanks!</a:t>
            </a:r>
            <a:endParaRPr kumimoji="1" lang="zh-CN" altLang="en-US" sz="4800" dirty="0">
              <a:solidFill>
                <a:srgbClr val="1D374B"/>
              </a:solidFill>
              <a:latin typeface="Helvetica Neue LT Std 65 Medium" panose="020B0604020202020204" pitchFamily="34" charset="0"/>
              <a:ea typeface="思源黑体 CN Medium" panose="020B0600000000000000" pitchFamily="34" charset="-128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70" t="32241" r="33054" b="43333"/>
          <a:stretch>
            <a:fillRect/>
          </a:stretch>
        </p:blipFill>
        <p:spPr>
          <a:xfrm>
            <a:off x="140676" y="6203852"/>
            <a:ext cx="1786597" cy="534573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1900542" y="6336581"/>
            <a:ext cx="37546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100" b="0" i="0" baseline="0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文化固基   </a:t>
            </a:r>
            <a:r>
              <a:rPr kumimoji="1" lang="en-US" altLang="zh-CN" sz="1100" b="0" i="0" baseline="0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AI</a:t>
            </a:r>
            <a:r>
              <a:rPr kumimoji="1" lang="zh-CN" altLang="en-US" sz="1100" b="0" i="0" baseline="0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驱动   </a:t>
            </a:r>
            <a:r>
              <a:rPr kumimoji="1" lang="zh-CN" altLang="en-US" sz="1100" b="0" i="0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战略协同</a:t>
            </a:r>
            <a:r>
              <a:rPr kumimoji="1" lang="zh-CN" altLang="en-US" sz="1100" b="0" i="0" baseline="0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风险控制   合规管理</a:t>
            </a:r>
            <a:endParaRPr kumimoji="1" lang="zh-CN" altLang="en-US" sz="1100" b="0" i="0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0" Type="http://schemas.openxmlformats.org/officeDocument/2006/relationships/slideLayout" Target="../slideLayouts/slideLayout5.xml"/><Relationship Id="rId2" Type="http://schemas.openxmlformats.org/officeDocument/2006/relationships/tags" Target="../tags/tag5.xml"/><Relationship Id="rId19" Type="http://schemas.openxmlformats.org/officeDocument/2006/relationships/tags" Target="../tags/tag22.xml"/><Relationship Id="rId18" Type="http://schemas.openxmlformats.org/officeDocument/2006/relationships/tags" Target="../tags/tag21.xml"/><Relationship Id="rId17" Type="http://schemas.openxmlformats.org/officeDocument/2006/relationships/tags" Target="../tags/tag20.xml"/><Relationship Id="rId16" Type="http://schemas.openxmlformats.org/officeDocument/2006/relationships/tags" Target="../tags/tag19.xml"/><Relationship Id="rId15" Type="http://schemas.openxmlformats.org/officeDocument/2006/relationships/tags" Target="../tags/tag18.xml"/><Relationship Id="rId14" Type="http://schemas.openxmlformats.org/officeDocument/2006/relationships/tags" Target="../tags/tag17.xml"/><Relationship Id="rId13" Type="http://schemas.openxmlformats.org/officeDocument/2006/relationships/tags" Target="../tags/tag16.xml"/><Relationship Id="rId12" Type="http://schemas.openxmlformats.org/officeDocument/2006/relationships/tags" Target="../tags/tag15.xml"/><Relationship Id="rId11" Type="http://schemas.openxmlformats.org/officeDocument/2006/relationships/tags" Target="../tags/tag14.xml"/><Relationship Id="rId10" Type="http://schemas.openxmlformats.org/officeDocument/2006/relationships/tags" Target="../tags/tag13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8" Type="http://schemas.openxmlformats.org/officeDocument/2006/relationships/slideLayout" Target="../slideLayouts/slideLayout5.xml"/><Relationship Id="rId27" Type="http://schemas.openxmlformats.org/officeDocument/2006/relationships/image" Target="../media/image6.png"/><Relationship Id="rId26" Type="http://schemas.openxmlformats.org/officeDocument/2006/relationships/tags" Target="../tags/tag48.xml"/><Relationship Id="rId25" Type="http://schemas.openxmlformats.org/officeDocument/2006/relationships/tags" Target="../tags/tag47.xml"/><Relationship Id="rId24" Type="http://schemas.openxmlformats.org/officeDocument/2006/relationships/tags" Target="../tags/tag46.xml"/><Relationship Id="rId23" Type="http://schemas.openxmlformats.org/officeDocument/2006/relationships/tags" Target="../tags/tag45.xml"/><Relationship Id="rId22" Type="http://schemas.openxmlformats.org/officeDocument/2006/relationships/tags" Target="../tags/tag44.xml"/><Relationship Id="rId21" Type="http://schemas.openxmlformats.org/officeDocument/2006/relationships/tags" Target="../tags/tag43.xml"/><Relationship Id="rId20" Type="http://schemas.openxmlformats.org/officeDocument/2006/relationships/tags" Target="../tags/tag42.xml"/><Relationship Id="rId2" Type="http://schemas.openxmlformats.org/officeDocument/2006/relationships/tags" Target="../tags/tag24.xml"/><Relationship Id="rId19" Type="http://schemas.openxmlformats.org/officeDocument/2006/relationships/tags" Target="../tags/tag41.xml"/><Relationship Id="rId18" Type="http://schemas.openxmlformats.org/officeDocument/2006/relationships/tags" Target="../tags/tag40.xml"/><Relationship Id="rId17" Type="http://schemas.openxmlformats.org/officeDocument/2006/relationships/tags" Target="../tags/tag39.xml"/><Relationship Id="rId16" Type="http://schemas.openxmlformats.org/officeDocument/2006/relationships/tags" Target="../tags/tag38.xml"/><Relationship Id="rId15" Type="http://schemas.openxmlformats.org/officeDocument/2006/relationships/tags" Target="../tags/tag37.xml"/><Relationship Id="rId14" Type="http://schemas.openxmlformats.org/officeDocument/2006/relationships/tags" Target="../tags/tag36.xml"/><Relationship Id="rId13" Type="http://schemas.openxmlformats.org/officeDocument/2006/relationships/tags" Target="../tags/tag35.xml"/><Relationship Id="rId12" Type="http://schemas.openxmlformats.org/officeDocument/2006/relationships/tags" Target="../tags/tag34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tags" Target="../tags/tag23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0" Type="http://schemas.openxmlformats.org/officeDocument/2006/relationships/slideLayout" Target="../slideLayouts/slideLayout5.xml"/><Relationship Id="rId5" Type="http://schemas.openxmlformats.org/officeDocument/2006/relationships/tags" Target="../tags/tag53.xml"/><Relationship Id="rId49" Type="http://schemas.openxmlformats.org/officeDocument/2006/relationships/tags" Target="../tags/tag87.xml"/><Relationship Id="rId48" Type="http://schemas.openxmlformats.org/officeDocument/2006/relationships/image" Target="../media/image16.png"/><Relationship Id="rId47" Type="http://schemas.openxmlformats.org/officeDocument/2006/relationships/tags" Target="../tags/tag86.xml"/><Relationship Id="rId46" Type="http://schemas.openxmlformats.org/officeDocument/2006/relationships/image" Target="../media/image15.png"/><Relationship Id="rId45" Type="http://schemas.openxmlformats.org/officeDocument/2006/relationships/tags" Target="../tags/tag85.xml"/><Relationship Id="rId44" Type="http://schemas.openxmlformats.org/officeDocument/2006/relationships/image" Target="../media/image14.png"/><Relationship Id="rId43" Type="http://schemas.openxmlformats.org/officeDocument/2006/relationships/tags" Target="../tags/tag84.xml"/><Relationship Id="rId42" Type="http://schemas.openxmlformats.org/officeDocument/2006/relationships/tags" Target="../tags/tag83.xml"/><Relationship Id="rId41" Type="http://schemas.openxmlformats.org/officeDocument/2006/relationships/tags" Target="../tags/tag82.xml"/><Relationship Id="rId40" Type="http://schemas.openxmlformats.org/officeDocument/2006/relationships/tags" Target="../tags/tag81.xml"/><Relationship Id="rId4" Type="http://schemas.openxmlformats.org/officeDocument/2006/relationships/tags" Target="../tags/tag52.xml"/><Relationship Id="rId39" Type="http://schemas.openxmlformats.org/officeDocument/2006/relationships/tags" Target="../tags/tag80.xml"/><Relationship Id="rId38" Type="http://schemas.openxmlformats.org/officeDocument/2006/relationships/tags" Target="../tags/tag79.xml"/><Relationship Id="rId37" Type="http://schemas.openxmlformats.org/officeDocument/2006/relationships/tags" Target="../tags/tag78.xml"/><Relationship Id="rId36" Type="http://schemas.openxmlformats.org/officeDocument/2006/relationships/image" Target="../media/image13.svg"/><Relationship Id="rId35" Type="http://schemas.openxmlformats.org/officeDocument/2006/relationships/image" Target="../media/image12.png"/><Relationship Id="rId34" Type="http://schemas.openxmlformats.org/officeDocument/2006/relationships/tags" Target="../tags/tag77.xml"/><Relationship Id="rId33" Type="http://schemas.openxmlformats.org/officeDocument/2006/relationships/image" Target="../media/image11.svg"/><Relationship Id="rId32" Type="http://schemas.openxmlformats.org/officeDocument/2006/relationships/image" Target="../media/image10.png"/><Relationship Id="rId31" Type="http://schemas.openxmlformats.org/officeDocument/2006/relationships/tags" Target="../tags/tag76.xml"/><Relationship Id="rId30" Type="http://schemas.openxmlformats.org/officeDocument/2006/relationships/image" Target="../media/image9.svg"/><Relationship Id="rId3" Type="http://schemas.openxmlformats.org/officeDocument/2006/relationships/tags" Target="../tags/tag51.xml"/><Relationship Id="rId29" Type="http://schemas.openxmlformats.org/officeDocument/2006/relationships/image" Target="../media/image8.png"/><Relationship Id="rId28" Type="http://schemas.openxmlformats.org/officeDocument/2006/relationships/tags" Target="../tags/tag75.xml"/><Relationship Id="rId27" Type="http://schemas.openxmlformats.org/officeDocument/2006/relationships/tags" Target="../tags/tag74.xml"/><Relationship Id="rId26" Type="http://schemas.openxmlformats.org/officeDocument/2006/relationships/tags" Target="../tags/tag73.xml"/><Relationship Id="rId25" Type="http://schemas.openxmlformats.org/officeDocument/2006/relationships/tags" Target="../tags/tag72.xml"/><Relationship Id="rId24" Type="http://schemas.openxmlformats.org/officeDocument/2006/relationships/tags" Target="../tags/tag71.xml"/><Relationship Id="rId23" Type="http://schemas.openxmlformats.org/officeDocument/2006/relationships/tags" Target="../tags/tag70.xml"/><Relationship Id="rId22" Type="http://schemas.openxmlformats.org/officeDocument/2006/relationships/tags" Target="../tags/tag69.xml"/><Relationship Id="rId21" Type="http://schemas.openxmlformats.org/officeDocument/2006/relationships/tags" Target="../tags/tag68.xml"/><Relationship Id="rId20" Type="http://schemas.openxmlformats.org/officeDocument/2006/relationships/tags" Target="../tags/tag67.xml"/><Relationship Id="rId2" Type="http://schemas.openxmlformats.org/officeDocument/2006/relationships/tags" Target="../tags/tag50.xml"/><Relationship Id="rId19" Type="http://schemas.openxmlformats.org/officeDocument/2006/relationships/tags" Target="../tags/tag66.xml"/><Relationship Id="rId18" Type="http://schemas.openxmlformats.org/officeDocument/2006/relationships/tags" Target="../tags/tag65.xml"/><Relationship Id="rId17" Type="http://schemas.openxmlformats.org/officeDocument/2006/relationships/tags" Target="../tags/tag64.xml"/><Relationship Id="rId16" Type="http://schemas.openxmlformats.org/officeDocument/2006/relationships/image" Target="../media/image7.png"/><Relationship Id="rId15" Type="http://schemas.openxmlformats.org/officeDocument/2006/relationships/tags" Target="../tags/tag63.xml"/><Relationship Id="rId14" Type="http://schemas.openxmlformats.org/officeDocument/2006/relationships/tags" Target="../tags/tag62.xml"/><Relationship Id="rId13" Type="http://schemas.openxmlformats.org/officeDocument/2006/relationships/tags" Target="../tags/tag61.xml"/><Relationship Id="rId12" Type="http://schemas.openxmlformats.org/officeDocument/2006/relationships/tags" Target="../tags/tag60.xml"/><Relationship Id="rId11" Type="http://schemas.openxmlformats.org/officeDocument/2006/relationships/tags" Target="../tags/tag59.xml"/><Relationship Id="rId10" Type="http://schemas.openxmlformats.org/officeDocument/2006/relationships/tags" Target="../tags/tag58.xml"/><Relationship Id="rId1" Type="http://schemas.openxmlformats.org/officeDocument/2006/relationships/tags" Target="../tags/tag49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7" Type="http://schemas.openxmlformats.org/officeDocument/2006/relationships/notesSlide" Target="../notesSlides/notesSlide1.xml"/><Relationship Id="rId36" Type="http://schemas.openxmlformats.org/officeDocument/2006/relationships/slideLayout" Target="../slideLayouts/slideLayout5.xml"/><Relationship Id="rId35" Type="http://schemas.openxmlformats.org/officeDocument/2006/relationships/image" Target="../media/image28.svg"/><Relationship Id="rId34" Type="http://schemas.openxmlformats.org/officeDocument/2006/relationships/image" Target="../media/image27.png"/><Relationship Id="rId33" Type="http://schemas.openxmlformats.org/officeDocument/2006/relationships/image" Target="../media/image26.svg"/><Relationship Id="rId32" Type="http://schemas.openxmlformats.org/officeDocument/2006/relationships/image" Target="../media/image25.png"/><Relationship Id="rId31" Type="http://schemas.openxmlformats.org/officeDocument/2006/relationships/tags" Target="../tags/tag110.xml"/><Relationship Id="rId30" Type="http://schemas.openxmlformats.org/officeDocument/2006/relationships/image" Target="../media/image24.svg"/><Relationship Id="rId3" Type="http://schemas.openxmlformats.org/officeDocument/2006/relationships/tags" Target="../tags/tag90.xml"/><Relationship Id="rId29" Type="http://schemas.openxmlformats.org/officeDocument/2006/relationships/image" Target="../media/image23.png"/><Relationship Id="rId28" Type="http://schemas.openxmlformats.org/officeDocument/2006/relationships/tags" Target="../tags/tag109.xml"/><Relationship Id="rId27" Type="http://schemas.openxmlformats.org/officeDocument/2006/relationships/image" Target="../media/image22.svg"/><Relationship Id="rId26" Type="http://schemas.openxmlformats.org/officeDocument/2006/relationships/image" Target="../media/image21.png"/><Relationship Id="rId25" Type="http://schemas.openxmlformats.org/officeDocument/2006/relationships/tags" Target="../tags/tag108.xml"/><Relationship Id="rId24" Type="http://schemas.openxmlformats.org/officeDocument/2006/relationships/tags" Target="../tags/tag107.xml"/><Relationship Id="rId23" Type="http://schemas.openxmlformats.org/officeDocument/2006/relationships/tags" Target="../tags/tag106.xml"/><Relationship Id="rId22" Type="http://schemas.openxmlformats.org/officeDocument/2006/relationships/image" Target="../media/image20.svg"/><Relationship Id="rId21" Type="http://schemas.openxmlformats.org/officeDocument/2006/relationships/image" Target="../media/image19.png"/><Relationship Id="rId20" Type="http://schemas.openxmlformats.org/officeDocument/2006/relationships/tags" Target="../tags/tag105.xml"/><Relationship Id="rId2" Type="http://schemas.openxmlformats.org/officeDocument/2006/relationships/tags" Target="../tags/tag89.xml"/><Relationship Id="rId19" Type="http://schemas.openxmlformats.org/officeDocument/2006/relationships/tags" Target="../tags/tag104.xml"/><Relationship Id="rId18" Type="http://schemas.openxmlformats.org/officeDocument/2006/relationships/tags" Target="../tags/tag103.xml"/><Relationship Id="rId17" Type="http://schemas.openxmlformats.org/officeDocument/2006/relationships/tags" Target="../tags/tag102.xml"/><Relationship Id="rId16" Type="http://schemas.openxmlformats.org/officeDocument/2006/relationships/tags" Target="../tags/tag101.xml"/><Relationship Id="rId15" Type="http://schemas.openxmlformats.org/officeDocument/2006/relationships/image" Target="../media/image18.svg"/><Relationship Id="rId14" Type="http://schemas.openxmlformats.org/officeDocument/2006/relationships/image" Target="../media/image17.png"/><Relationship Id="rId13" Type="http://schemas.openxmlformats.org/officeDocument/2006/relationships/tags" Target="../tags/tag100.xml"/><Relationship Id="rId12" Type="http://schemas.openxmlformats.org/officeDocument/2006/relationships/tags" Target="../tags/tag99.xml"/><Relationship Id="rId11" Type="http://schemas.openxmlformats.org/officeDocument/2006/relationships/tags" Target="../tags/tag98.xml"/><Relationship Id="rId10" Type="http://schemas.openxmlformats.org/officeDocument/2006/relationships/tags" Target="../tags/tag97.xml"/><Relationship Id="rId1" Type="http://schemas.openxmlformats.org/officeDocument/2006/relationships/tags" Target="../tags/tag88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18.xml"/><Relationship Id="rId8" Type="http://schemas.openxmlformats.org/officeDocument/2006/relationships/tags" Target="../tags/tag117.xml"/><Relationship Id="rId7" Type="http://schemas.openxmlformats.org/officeDocument/2006/relationships/tags" Target="../tags/tag116.xml"/><Relationship Id="rId6" Type="http://schemas.openxmlformats.org/officeDocument/2006/relationships/tags" Target="../tags/tag115.xml"/><Relationship Id="rId5" Type="http://schemas.openxmlformats.org/officeDocument/2006/relationships/tags" Target="../tags/tag114.xml"/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4" Type="http://schemas.openxmlformats.org/officeDocument/2006/relationships/slideLayout" Target="../slideLayouts/slideLayout5.xml"/><Relationship Id="rId23" Type="http://schemas.openxmlformats.org/officeDocument/2006/relationships/tags" Target="../tags/tag132.xml"/><Relationship Id="rId22" Type="http://schemas.openxmlformats.org/officeDocument/2006/relationships/tags" Target="../tags/tag131.xml"/><Relationship Id="rId21" Type="http://schemas.openxmlformats.org/officeDocument/2006/relationships/tags" Target="../tags/tag130.xml"/><Relationship Id="rId20" Type="http://schemas.openxmlformats.org/officeDocument/2006/relationships/tags" Target="../tags/tag129.xml"/><Relationship Id="rId2" Type="http://schemas.openxmlformats.org/officeDocument/2006/relationships/tags" Target="../tags/tag111.xml"/><Relationship Id="rId19" Type="http://schemas.openxmlformats.org/officeDocument/2006/relationships/tags" Target="../tags/tag128.xml"/><Relationship Id="rId18" Type="http://schemas.openxmlformats.org/officeDocument/2006/relationships/tags" Target="../tags/tag127.xml"/><Relationship Id="rId17" Type="http://schemas.openxmlformats.org/officeDocument/2006/relationships/tags" Target="../tags/tag126.xml"/><Relationship Id="rId16" Type="http://schemas.openxmlformats.org/officeDocument/2006/relationships/tags" Target="../tags/tag125.xml"/><Relationship Id="rId15" Type="http://schemas.openxmlformats.org/officeDocument/2006/relationships/tags" Target="../tags/tag124.xml"/><Relationship Id="rId14" Type="http://schemas.openxmlformats.org/officeDocument/2006/relationships/tags" Target="../tags/tag123.xml"/><Relationship Id="rId13" Type="http://schemas.openxmlformats.org/officeDocument/2006/relationships/tags" Target="../tags/tag122.xml"/><Relationship Id="rId12" Type="http://schemas.openxmlformats.org/officeDocument/2006/relationships/tags" Target="../tags/tag121.xml"/><Relationship Id="rId11" Type="http://schemas.openxmlformats.org/officeDocument/2006/relationships/tags" Target="../tags/tag120.xml"/><Relationship Id="rId10" Type="http://schemas.openxmlformats.org/officeDocument/2006/relationships/tags" Target="../tags/tag119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  <p:sp>
        <p:nvSpPr>
          <p:cNvPr id="5" name="AutoShape 3"/>
          <p:cNvSpPr/>
          <p:nvPr/>
        </p:nvSpPr>
        <p:spPr>
          <a:xfrm>
            <a:off x="4931596" y="5199191"/>
            <a:ext cx="6855524" cy="6771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rtlCol="0" anchor="t"/>
          <a:lstStyle/>
          <a:p>
            <a:pPr indent="0" algn="r">
              <a:lnSpc>
                <a:spcPct val="100000"/>
              </a:lnSpc>
              <a:defRPr/>
            </a:pPr>
            <a:r>
              <a:rPr lang="zh-CN" altLang="en-US" sz="3800" b="0" i="0" u="none" strike="noStrike" dirty="0">
                <a:solidFill>
                  <a:srgbClr val="FFFFFF"/>
                </a:solidFill>
                <a:latin typeface="HelveticaNeueLT Std Lt" panose="020B0403020202020204"/>
                <a:ea typeface="HelveticaNeueLT Std Lt" panose="020B0403020202020204"/>
                <a:cs typeface="HelveticaNeueLT Std Lt" panose="020B0403020202020204"/>
                <a:sym typeface="HelveticaNeueLT Std Lt" panose="020B0403020202020204"/>
              </a:rPr>
              <a:t>珊瑚中心月报</a:t>
            </a:r>
            <a:endParaRPr lang="en-US" sz="1100" dirty="0"/>
          </a:p>
        </p:txBody>
      </p:sp>
      <p:sp>
        <p:nvSpPr>
          <p:cNvPr id="6" name="AutoShape 4"/>
          <p:cNvSpPr/>
          <p:nvPr/>
        </p:nvSpPr>
        <p:spPr>
          <a:xfrm>
            <a:off x="8702212" y="6061752"/>
            <a:ext cx="3064360" cy="40011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rtlCol="0" anchor="t"/>
          <a:lstStyle/>
          <a:p>
            <a:pPr indent="0" algn="r">
              <a:lnSpc>
                <a:spcPct val="100000"/>
              </a:lnSpc>
              <a:defRPr/>
            </a:pPr>
            <a:r>
              <a:rPr lang="en-US" sz="2000" b="0" i="0" u="none" strike="noStrike" dirty="0">
                <a:solidFill>
                  <a:srgbClr val="FFFFFF"/>
                </a:solidFill>
                <a:latin typeface="HelveticaNeueLT Std" panose="020B0604020202020204"/>
                <a:ea typeface="HelveticaNeueLT Std" panose="020B0604020202020204"/>
                <a:cs typeface="HelveticaNeueLT Std" panose="020B0604020202020204"/>
                <a:sym typeface="HelveticaNeueLT Std" panose="020B0604020202020204"/>
              </a:rPr>
              <a:t>2025</a:t>
            </a:r>
            <a:r>
              <a:rPr lang="zh-CN" altLang="en-US" sz="2000" b="0" i="0" u="none" strike="noStrike" dirty="0">
                <a:solidFill>
                  <a:srgbClr val="FFFFFF"/>
                </a:solidFill>
                <a:latin typeface="HelveticaNeueLT Std" panose="020B0604020202020204"/>
                <a:ea typeface="HelveticaNeueLT Std" panose="020B0604020202020204"/>
                <a:cs typeface="HelveticaNeueLT Std" panose="020B0604020202020204"/>
                <a:sym typeface="HelveticaNeueLT Std" panose="020B0604020202020204"/>
              </a:rPr>
              <a:t>年</a:t>
            </a:r>
            <a:r>
              <a:rPr lang="en-US" altLang="zh-CN" sz="2000" b="0" i="0" u="none" strike="noStrike" dirty="0">
                <a:solidFill>
                  <a:srgbClr val="FFFFFF"/>
                </a:solidFill>
                <a:latin typeface="HelveticaNeueLT Std" panose="020B0604020202020204"/>
                <a:ea typeface="HelveticaNeueLT Std" panose="020B0604020202020204"/>
                <a:cs typeface="HelveticaNeueLT Std" panose="020B0604020202020204"/>
                <a:sym typeface="HelveticaNeueLT Std" panose="020B0604020202020204"/>
              </a:rPr>
              <a:t>4</a:t>
            </a:r>
            <a:r>
              <a:rPr lang="zh-CN" altLang="en-US" sz="2000" b="0" i="0" u="none" strike="noStrike" dirty="0">
                <a:solidFill>
                  <a:srgbClr val="FFFFFF"/>
                </a:solidFill>
                <a:latin typeface="HelveticaNeueLT Std" panose="020B0604020202020204"/>
                <a:ea typeface="HelveticaNeueLT Std" panose="020B0604020202020204"/>
                <a:cs typeface="HelveticaNeueLT Std" panose="020B0604020202020204"/>
                <a:sym typeface="HelveticaNeueLT Std" panose="020B0604020202020204"/>
              </a:rPr>
              <a:t>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0965" y="80645"/>
            <a:ext cx="5894070" cy="423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60" b="1" i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珊瑚生态开发者大会宣讲结构</a:t>
            </a:r>
            <a:endParaRPr lang="zh-CN" altLang="en-US" sz="2160" b="1" i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655320"/>
            <a:ext cx="116259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圆角矩形 54"/>
          <p:cNvSpPr/>
          <p:nvPr/>
        </p:nvSpPr>
        <p:spPr>
          <a:xfrm>
            <a:off x="393065" y="7276465"/>
            <a:ext cx="11629390" cy="452120"/>
          </a:xfrm>
          <a:prstGeom prst="roundRect">
            <a:avLst>
              <a:gd name="adj" fmla="val 3989"/>
            </a:avLst>
          </a:prstGeom>
          <a:solidFill>
            <a:srgbClr val="E3E8F8">
              <a:alpha val="80000"/>
            </a:srgbClr>
          </a:solidFill>
          <a:ln w="25400" cap="flat">
            <a:noFill/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575945" y="890270"/>
            <a:ext cx="10583545" cy="5077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b="1">
                <a:solidFill>
                  <a:srgbClr val="1D38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</a:t>
            </a:r>
            <a:r>
              <a:rPr lang="zh-CN" altLang="en-US" b="1">
                <a:solidFill>
                  <a:srgbClr val="1D38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什么是珊瑚生态</a:t>
            </a:r>
            <a:endParaRPr lang="zh-CN" altLang="en-US" b="1">
              <a:solidFill>
                <a:srgbClr val="1D384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>
                <a:solidFill>
                  <a:srgbClr val="1D38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以珊瑚平台为底座，</a:t>
            </a:r>
            <a:r>
              <a:rPr lang="zh-CN" altLang="en-US">
                <a:solidFill>
                  <a:srgbClr val="1D38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构建珊瑚平台整体生态</a:t>
            </a:r>
            <a:r>
              <a:rPr lang="zh-CN" altLang="en-US">
                <a:solidFill>
                  <a:srgbClr val="1D38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，打造可复用、可组合、可迭代的资源货架，包括</a:t>
            </a:r>
            <a:r>
              <a:rPr lang="en-US" altLang="zh-CN">
                <a:solidFill>
                  <a:srgbClr val="1D38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Prompts、MCP、Skills、Agents、RAG</a:t>
            </a:r>
            <a:r>
              <a:rPr lang="zh-CN" altLang="en-US">
                <a:solidFill>
                  <a:srgbClr val="1D38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知识包等，从“平台资源建设”转向“全民共建”，赋能并激发所有开发和民兵小伙伴，让每个业务想法都能落地成业务实践</a:t>
            </a:r>
            <a:r>
              <a:rPr lang="en-US" altLang="zh-CN">
                <a:solidFill>
                  <a:srgbClr val="1D38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endParaRPr lang="zh-CN" altLang="en-US">
              <a:solidFill>
                <a:srgbClr val="1D384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b="1">
                <a:solidFill>
                  <a:srgbClr val="1D38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</a:t>
            </a:r>
            <a:r>
              <a:rPr lang="zh-CN" altLang="en-US" b="1">
                <a:solidFill>
                  <a:srgbClr val="1D38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生态运行机制</a:t>
            </a:r>
            <a:endParaRPr lang="zh-CN" altLang="en-US" b="1">
              <a:solidFill>
                <a:srgbClr val="1D384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>
                <a:solidFill>
                  <a:srgbClr val="1D38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资源创建 → 审核发布 → 流通调用 → 数据监控 → 反馈迭代</a:t>
            </a:r>
            <a:endParaRPr lang="zh-CN" altLang="en-US">
              <a:solidFill>
                <a:srgbClr val="1D384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endParaRPr lang="zh-CN" altLang="en-US">
              <a:solidFill>
                <a:srgbClr val="1D384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b="1">
                <a:solidFill>
                  <a:srgbClr val="1D38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</a:t>
            </a:r>
            <a:r>
              <a:rPr lang="zh-CN" altLang="en-US" b="1">
                <a:solidFill>
                  <a:srgbClr val="1D38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生态奖励机制</a:t>
            </a:r>
            <a:endParaRPr lang="zh-CN" altLang="en-US" b="1">
              <a:solidFill>
                <a:srgbClr val="1D384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>
                <a:solidFill>
                  <a:srgbClr val="1D38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每贡献一个资源可以获得不同的能量值，每个月进行排名统计次月发放奖励</a:t>
            </a:r>
            <a:endParaRPr lang="zh-CN" altLang="en-US">
              <a:solidFill>
                <a:srgbClr val="1D384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endParaRPr lang="en-US" altLang="zh-CN">
              <a:solidFill>
                <a:srgbClr val="1D384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b="1">
                <a:solidFill>
                  <a:srgbClr val="1D38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4.</a:t>
            </a:r>
            <a:r>
              <a:rPr lang="zh-CN" altLang="en-US" b="1">
                <a:solidFill>
                  <a:srgbClr val="1D38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业务宣导</a:t>
            </a:r>
            <a:endParaRPr lang="zh-CN" altLang="en-US" b="1">
              <a:solidFill>
                <a:srgbClr val="1D384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>
                <a:solidFill>
                  <a:srgbClr val="1D38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关于新模型的上线使用、新资源的上线使用推广，号召大家如何进行资源共创，共建生态繁荣</a:t>
            </a:r>
            <a:endParaRPr lang="zh-CN" altLang="en-US">
              <a:solidFill>
                <a:srgbClr val="1D384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0965" y="80645"/>
            <a:ext cx="5894070" cy="423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60" b="1" i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珊瑚生态</a:t>
            </a:r>
            <a:r>
              <a:rPr lang="en-US" altLang="zh-CN" sz="2160" b="1" i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sz="2160" b="1" i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本月工作总结预览</a:t>
            </a:r>
            <a:endParaRPr lang="zh-CN" altLang="en-US" sz="2160" b="1" i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655320"/>
            <a:ext cx="116259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/>
          <p:cNvSpPr/>
          <p:nvPr>
            <p:custDataLst>
              <p:tags r:id="rId1"/>
            </p:custDataLst>
          </p:nvPr>
        </p:nvSpPr>
        <p:spPr>
          <a:xfrm>
            <a:off x="1438275" y="1820863"/>
            <a:ext cx="1429385" cy="64897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珊瑚生态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9" name="“_#color-824&amp;2665"/>
          <p:cNvSpPr/>
          <p:nvPr>
            <p:custDataLst>
              <p:tags r:id="rId2"/>
            </p:custDataLst>
          </p:nvPr>
        </p:nvSpPr>
        <p:spPr>
          <a:xfrm>
            <a:off x="2605405" y="4659948"/>
            <a:ext cx="262255" cy="224155"/>
          </a:xfrm>
          <a:custGeom>
            <a:avLst/>
            <a:gdLst/>
            <a:ahLst/>
            <a:cxnLst/>
            <a:rect l="l" t="t" r="r" b="b"/>
            <a:pathLst>
              <a:path w="448056" h="384048">
                <a:moveTo>
                  <a:pt x="448056" y="192024"/>
                </a:moveTo>
                <a:cubicBezTo>
                  <a:pt x="448056" y="228600"/>
                  <a:pt x="438912" y="256032"/>
                  <a:pt x="420624" y="283464"/>
                </a:cubicBezTo>
                <a:cubicBezTo>
                  <a:pt x="411480" y="310896"/>
                  <a:pt x="384048" y="338328"/>
                  <a:pt x="356616" y="356616"/>
                </a:cubicBezTo>
                <a:cubicBezTo>
                  <a:pt x="329184" y="365760"/>
                  <a:pt x="301752" y="374904"/>
                  <a:pt x="265176" y="384048"/>
                </a:cubicBezTo>
                <a:cubicBezTo>
                  <a:pt x="265176" y="384048"/>
                  <a:pt x="256032" y="374904"/>
                  <a:pt x="256032" y="365760"/>
                </a:cubicBezTo>
                <a:lnTo>
                  <a:pt x="256032" y="310896"/>
                </a:lnTo>
                <a:cubicBezTo>
                  <a:pt x="256032" y="301752"/>
                  <a:pt x="265176" y="301752"/>
                  <a:pt x="265176" y="292608"/>
                </a:cubicBezTo>
                <a:cubicBezTo>
                  <a:pt x="292608" y="292608"/>
                  <a:pt x="320040" y="283464"/>
                  <a:pt x="329184" y="265176"/>
                </a:cubicBezTo>
                <a:cubicBezTo>
                  <a:pt x="347472" y="246888"/>
                  <a:pt x="356616" y="219456"/>
                  <a:pt x="356616" y="192024"/>
                </a:cubicBezTo>
                <a:lnTo>
                  <a:pt x="356616" y="182880"/>
                </a:lnTo>
                <a:cubicBezTo>
                  <a:pt x="356616" y="173736"/>
                  <a:pt x="347472" y="173736"/>
                  <a:pt x="338328" y="173736"/>
                </a:cubicBezTo>
                <a:lnTo>
                  <a:pt x="274320" y="173736"/>
                </a:lnTo>
                <a:cubicBezTo>
                  <a:pt x="265176" y="173736"/>
                  <a:pt x="265176" y="164592"/>
                  <a:pt x="265176" y="155448"/>
                </a:cubicBezTo>
                <a:lnTo>
                  <a:pt x="265176" y="9144"/>
                </a:lnTo>
                <a:cubicBezTo>
                  <a:pt x="265176" y="9144"/>
                  <a:pt x="265176" y="0"/>
                  <a:pt x="274320" y="0"/>
                </a:cubicBezTo>
                <a:lnTo>
                  <a:pt x="429768" y="0"/>
                </a:lnTo>
                <a:cubicBezTo>
                  <a:pt x="438912" y="0"/>
                  <a:pt x="448056" y="9144"/>
                  <a:pt x="448056" y="9144"/>
                </a:cubicBezTo>
                <a:lnTo>
                  <a:pt x="448056" y="192024"/>
                </a:lnTo>
                <a:moveTo>
                  <a:pt x="0" y="310896"/>
                </a:moveTo>
                <a:cubicBezTo>
                  <a:pt x="0" y="301752"/>
                  <a:pt x="9144" y="301752"/>
                  <a:pt x="9144" y="292608"/>
                </a:cubicBezTo>
                <a:cubicBezTo>
                  <a:pt x="36576" y="292608"/>
                  <a:pt x="64008" y="283464"/>
                  <a:pt x="73152" y="265176"/>
                </a:cubicBezTo>
                <a:cubicBezTo>
                  <a:pt x="91440" y="246888"/>
                  <a:pt x="100584" y="219456"/>
                  <a:pt x="100584" y="192024"/>
                </a:cubicBezTo>
                <a:lnTo>
                  <a:pt x="100584" y="182880"/>
                </a:lnTo>
                <a:cubicBezTo>
                  <a:pt x="100584" y="173736"/>
                  <a:pt x="91440" y="173736"/>
                  <a:pt x="82296" y="173736"/>
                </a:cubicBezTo>
                <a:lnTo>
                  <a:pt x="18288" y="173736"/>
                </a:lnTo>
                <a:cubicBezTo>
                  <a:pt x="9144" y="173736"/>
                  <a:pt x="9144" y="164592"/>
                  <a:pt x="9144" y="155448"/>
                </a:cubicBezTo>
                <a:lnTo>
                  <a:pt x="9144" y="9144"/>
                </a:lnTo>
                <a:cubicBezTo>
                  <a:pt x="9144" y="9144"/>
                  <a:pt x="9144" y="0"/>
                  <a:pt x="18288" y="0"/>
                </a:cubicBezTo>
                <a:lnTo>
                  <a:pt x="173736" y="0"/>
                </a:lnTo>
                <a:cubicBezTo>
                  <a:pt x="182880" y="0"/>
                  <a:pt x="192024" y="9144"/>
                  <a:pt x="192024" y="9144"/>
                </a:cubicBezTo>
                <a:lnTo>
                  <a:pt x="192024" y="192024"/>
                </a:lnTo>
                <a:cubicBezTo>
                  <a:pt x="192024" y="228600"/>
                  <a:pt x="182880" y="256032"/>
                  <a:pt x="164592" y="283464"/>
                </a:cubicBezTo>
                <a:cubicBezTo>
                  <a:pt x="155448" y="310896"/>
                  <a:pt x="128016" y="338328"/>
                  <a:pt x="100584" y="356616"/>
                </a:cubicBezTo>
                <a:cubicBezTo>
                  <a:pt x="73152" y="365760"/>
                  <a:pt x="45720" y="374904"/>
                  <a:pt x="9144" y="384048"/>
                </a:cubicBezTo>
                <a:cubicBezTo>
                  <a:pt x="9144" y="384048"/>
                  <a:pt x="0" y="374904"/>
                  <a:pt x="0" y="365760"/>
                </a:cubicBezTo>
                <a:lnTo>
                  <a:pt x="0" y="310896"/>
                </a:lnTo>
              </a:path>
            </a:pathLst>
          </a:custGeom>
          <a:solidFill>
            <a:srgbClr val="FFFFFF">
              <a:alpha val="50000"/>
            </a:srgbClr>
          </a:solidFill>
        </p:spPr>
        <p:txBody>
          <a:bodyPr/>
          <a:p>
            <a:endParaRPr lang="zh-CN" altLang="en-US"/>
          </a:p>
        </p:txBody>
      </p:sp>
      <p:sp>
        <p:nvSpPr>
          <p:cNvPr id="43" name="矩形 42"/>
          <p:cNvSpPr/>
          <p:nvPr>
            <p:custDataLst>
              <p:tags r:id="rId3"/>
            </p:custDataLst>
          </p:nvPr>
        </p:nvSpPr>
        <p:spPr>
          <a:xfrm>
            <a:off x="4078605" y="1938338"/>
            <a:ext cx="1429480" cy="44005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珊瑚运维</a:t>
            </a:r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7" name="矩形 46"/>
          <p:cNvSpPr/>
          <p:nvPr>
            <p:custDataLst>
              <p:tags r:id="rId4"/>
            </p:custDataLst>
          </p:nvPr>
        </p:nvSpPr>
        <p:spPr>
          <a:xfrm>
            <a:off x="6848475" y="1883093"/>
            <a:ext cx="1429480" cy="44005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数字人</a:t>
            </a:r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9" name="“_#color-824&amp;2665"/>
          <p:cNvSpPr/>
          <p:nvPr>
            <p:custDataLst>
              <p:tags r:id="rId5"/>
            </p:custDataLst>
          </p:nvPr>
        </p:nvSpPr>
        <p:spPr>
          <a:xfrm>
            <a:off x="8148320" y="4659948"/>
            <a:ext cx="262255" cy="224155"/>
          </a:xfrm>
          <a:custGeom>
            <a:avLst/>
            <a:gdLst/>
            <a:ahLst/>
            <a:cxnLst/>
            <a:rect l="l" t="t" r="r" b="b"/>
            <a:pathLst>
              <a:path w="448056" h="384048">
                <a:moveTo>
                  <a:pt x="448056" y="192024"/>
                </a:moveTo>
                <a:cubicBezTo>
                  <a:pt x="448056" y="228600"/>
                  <a:pt x="438912" y="256032"/>
                  <a:pt x="420624" y="283464"/>
                </a:cubicBezTo>
                <a:cubicBezTo>
                  <a:pt x="411480" y="310896"/>
                  <a:pt x="384048" y="338328"/>
                  <a:pt x="356616" y="356616"/>
                </a:cubicBezTo>
                <a:cubicBezTo>
                  <a:pt x="329184" y="365760"/>
                  <a:pt x="301752" y="374904"/>
                  <a:pt x="265176" y="384048"/>
                </a:cubicBezTo>
                <a:cubicBezTo>
                  <a:pt x="265176" y="384048"/>
                  <a:pt x="256032" y="374904"/>
                  <a:pt x="256032" y="365760"/>
                </a:cubicBezTo>
                <a:lnTo>
                  <a:pt x="256032" y="310896"/>
                </a:lnTo>
                <a:cubicBezTo>
                  <a:pt x="256032" y="301752"/>
                  <a:pt x="265176" y="301752"/>
                  <a:pt x="265176" y="292608"/>
                </a:cubicBezTo>
                <a:cubicBezTo>
                  <a:pt x="292608" y="292608"/>
                  <a:pt x="320040" y="283464"/>
                  <a:pt x="329184" y="265176"/>
                </a:cubicBezTo>
                <a:cubicBezTo>
                  <a:pt x="347472" y="246888"/>
                  <a:pt x="356616" y="219456"/>
                  <a:pt x="356616" y="192024"/>
                </a:cubicBezTo>
                <a:lnTo>
                  <a:pt x="356616" y="182880"/>
                </a:lnTo>
                <a:cubicBezTo>
                  <a:pt x="356616" y="173736"/>
                  <a:pt x="347472" y="173736"/>
                  <a:pt x="338328" y="173736"/>
                </a:cubicBezTo>
                <a:lnTo>
                  <a:pt x="274320" y="173736"/>
                </a:lnTo>
                <a:cubicBezTo>
                  <a:pt x="265176" y="173736"/>
                  <a:pt x="265176" y="164592"/>
                  <a:pt x="265176" y="155448"/>
                </a:cubicBezTo>
                <a:lnTo>
                  <a:pt x="265176" y="9144"/>
                </a:lnTo>
                <a:cubicBezTo>
                  <a:pt x="265176" y="9144"/>
                  <a:pt x="265176" y="0"/>
                  <a:pt x="274320" y="0"/>
                </a:cubicBezTo>
                <a:lnTo>
                  <a:pt x="429768" y="0"/>
                </a:lnTo>
                <a:cubicBezTo>
                  <a:pt x="438912" y="0"/>
                  <a:pt x="448056" y="9144"/>
                  <a:pt x="448056" y="9144"/>
                </a:cubicBezTo>
                <a:lnTo>
                  <a:pt x="448056" y="192024"/>
                </a:lnTo>
                <a:moveTo>
                  <a:pt x="0" y="310896"/>
                </a:moveTo>
                <a:cubicBezTo>
                  <a:pt x="0" y="301752"/>
                  <a:pt x="9144" y="301752"/>
                  <a:pt x="9144" y="292608"/>
                </a:cubicBezTo>
                <a:cubicBezTo>
                  <a:pt x="36576" y="292608"/>
                  <a:pt x="64008" y="283464"/>
                  <a:pt x="73152" y="265176"/>
                </a:cubicBezTo>
                <a:cubicBezTo>
                  <a:pt x="91440" y="246888"/>
                  <a:pt x="100584" y="219456"/>
                  <a:pt x="100584" y="192024"/>
                </a:cubicBezTo>
                <a:lnTo>
                  <a:pt x="100584" y="182880"/>
                </a:lnTo>
                <a:cubicBezTo>
                  <a:pt x="100584" y="173736"/>
                  <a:pt x="91440" y="173736"/>
                  <a:pt x="82296" y="173736"/>
                </a:cubicBezTo>
                <a:lnTo>
                  <a:pt x="18288" y="173736"/>
                </a:lnTo>
                <a:cubicBezTo>
                  <a:pt x="9144" y="173736"/>
                  <a:pt x="9144" y="164592"/>
                  <a:pt x="9144" y="155448"/>
                </a:cubicBezTo>
                <a:lnTo>
                  <a:pt x="9144" y="9144"/>
                </a:lnTo>
                <a:cubicBezTo>
                  <a:pt x="9144" y="9144"/>
                  <a:pt x="9144" y="0"/>
                  <a:pt x="18288" y="0"/>
                </a:cubicBezTo>
                <a:lnTo>
                  <a:pt x="173736" y="0"/>
                </a:lnTo>
                <a:cubicBezTo>
                  <a:pt x="182880" y="0"/>
                  <a:pt x="192024" y="9144"/>
                  <a:pt x="192024" y="9144"/>
                </a:cubicBezTo>
                <a:lnTo>
                  <a:pt x="192024" y="192024"/>
                </a:lnTo>
                <a:cubicBezTo>
                  <a:pt x="192024" y="228600"/>
                  <a:pt x="182880" y="256032"/>
                  <a:pt x="164592" y="283464"/>
                </a:cubicBezTo>
                <a:cubicBezTo>
                  <a:pt x="155448" y="310896"/>
                  <a:pt x="128016" y="338328"/>
                  <a:pt x="100584" y="356616"/>
                </a:cubicBezTo>
                <a:cubicBezTo>
                  <a:pt x="73152" y="365760"/>
                  <a:pt x="45720" y="374904"/>
                  <a:pt x="9144" y="384048"/>
                </a:cubicBezTo>
                <a:cubicBezTo>
                  <a:pt x="9144" y="384048"/>
                  <a:pt x="0" y="374904"/>
                  <a:pt x="0" y="365760"/>
                </a:cubicBezTo>
                <a:lnTo>
                  <a:pt x="0" y="310896"/>
                </a:lnTo>
              </a:path>
            </a:pathLst>
          </a:custGeom>
          <a:solidFill>
            <a:srgbClr val="FFFFFF">
              <a:alpha val="50000"/>
            </a:srgbClr>
          </a:solidFill>
        </p:spPr>
        <p:txBody>
          <a:bodyPr/>
          <a:p>
            <a:endParaRPr lang="zh-CN" altLang="en-US"/>
          </a:p>
        </p:txBody>
      </p:sp>
      <p:sp>
        <p:nvSpPr>
          <p:cNvPr id="52" name="矩形 51"/>
          <p:cNvSpPr/>
          <p:nvPr>
            <p:custDataLst>
              <p:tags r:id="rId6"/>
            </p:custDataLst>
          </p:nvPr>
        </p:nvSpPr>
        <p:spPr>
          <a:xfrm>
            <a:off x="9652635" y="1915478"/>
            <a:ext cx="1429480" cy="44005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小龙虾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4" name="“_#color-824&amp;2665"/>
          <p:cNvSpPr/>
          <p:nvPr>
            <p:custDataLst>
              <p:tags r:id="rId7"/>
            </p:custDataLst>
          </p:nvPr>
        </p:nvSpPr>
        <p:spPr>
          <a:xfrm>
            <a:off x="10934065" y="4659948"/>
            <a:ext cx="262255" cy="224155"/>
          </a:xfrm>
          <a:custGeom>
            <a:avLst/>
            <a:gdLst/>
            <a:ahLst/>
            <a:cxnLst/>
            <a:rect l="l" t="t" r="r" b="b"/>
            <a:pathLst>
              <a:path w="448056" h="384048">
                <a:moveTo>
                  <a:pt x="448056" y="192024"/>
                </a:moveTo>
                <a:cubicBezTo>
                  <a:pt x="448056" y="228600"/>
                  <a:pt x="438912" y="256032"/>
                  <a:pt x="420624" y="283464"/>
                </a:cubicBezTo>
                <a:cubicBezTo>
                  <a:pt x="411480" y="310896"/>
                  <a:pt x="384048" y="338328"/>
                  <a:pt x="356616" y="356616"/>
                </a:cubicBezTo>
                <a:cubicBezTo>
                  <a:pt x="329184" y="365760"/>
                  <a:pt x="301752" y="374904"/>
                  <a:pt x="265176" y="384048"/>
                </a:cubicBezTo>
                <a:cubicBezTo>
                  <a:pt x="265176" y="384048"/>
                  <a:pt x="256032" y="374904"/>
                  <a:pt x="256032" y="365760"/>
                </a:cubicBezTo>
                <a:lnTo>
                  <a:pt x="256032" y="310896"/>
                </a:lnTo>
                <a:cubicBezTo>
                  <a:pt x="256032" y="301752"/>
                  <a:pt x="265176" y="301752"/>
                  <a:pt x="265176" y="292608"/>
                </a:cubicBezTo>
                <a:cubicBezTo>
                  <a:pt x="292608" y="292608"/>
                  <a:pt x="320040" y="283464"/>
                  <a:pt x="329184" y="265176"/>
                </a:cubicBezTo>
                <a:cubicBezTo>
                  <a:pt x="347472" y="246888"/>
                  <a:pt x="356616" y="219456"/>
                  <a:pt x="356616" y="192024"/>
                </a:cubicBezTo>
                <a:lnTo>
                  <a:pt x="356616" y="182880"/>
                </a:lnTo>
                <a:cubicBezTo>
                  <a:pt x="356616" y="173736"/>
                  <a:pt x="347472" y="173736"/>
                  <a:pt x="338328" y="173736"/>
                </a:cubicBezTo>
                <a:lnTo>
                  <a:pt x="274320" y="173736"/>
                </a:lnTo>
                <a:cubicBezTo>
                  <a:pt x="265176" y="173736"/>
                  <a:pt x="265176" y="164592"/>
                  <a:pt x="265176" y="155448"/>
                </a:cubicBezTo>
                <a:lnTo>
                  <a:pt x="265176" y="9144"/>
                </a:lnTo>
                <a:cubicBezTo>
                  <a:pt x="265176" y="9144"/>
                  <a:pt x="265176" y="0"/>
                  <a:pt x="274320" y="0"/>
                </a:cubicBezTo>
                <a:lnTo>
                  <a:pt x="429768" y="0"/>
                </a:lnTo>
                <a:cubicBezTo>
                  <a:pt x="438912" y="0"/>
                  <a:pt x="448056" y="9144"/>
                  <a:pt x="448056" y="9144"/>
                </a:cubicBezTo>
                <a:lnTo>
                  <a:pt x="448056" y="192024"/>
                </a:lnTo>
                <a:moveTo>
                  <a:pt x="0" y="310896"/>
                </a:moveTo>
                <a:cubicBezTo>
                  <a:pt x="0" y="301752"/>
                  <a:pt x="9144" y="301752"/>
                  <a:pt x="9144" y="292608"/>
                </a:cubicBezTo>
                <a:cubicBezTo>
                  <a:pt x="36576" y="292608"/>
                  <a:pt x="64008" y="283464"/>
                  <a:pt x="73152" y="265176"/>
                </a:cubicBezTo>
                <a:cubicBezTo>
                  <a:pt x="91440" y="246888"/>
                  <a:pt x="100584" y="219456"/>
                  <a:pt x="100584" y="192024"/>
                </a:cubicBezTo>
                <a:lnTo>
                  <a:pt x="100584" y="182880"/>
                </a:lnTo>
                <a:cubicBezTo>
                  <a:pt x="100584" y="173736"/>
                  <a:pt x="91440" y="173736"/>
                  <a:pt x="82296" y="173736"/>
                </a:cubicBezTo>
                <a:lnTo>
                  <a:pt x="18288" y="173736"/>
                </a:lnTo>
                <a:cubicBezTo>
                  <a:pt x="9144" y="173736"/>
                  <a:pt x="9144" y="164592"/>
                  <a:pt x="9144" y="155448"/>
                </a:cubicBezTo>
                <a:lnTo>
                  <a:pt x="9144" y="9144"/>
                </a:lnTo>
                <a:cubicBezTo>
                  <a:pt x="9144" y="9144"/>
                  <a:pt x="9144" y="0"/>
                  <a:pt x="18288" y="0"/>
                </a:cubicBezTo>
                <a:lnTo>
                  <a:pt x="173736" y="0"/>
                </a:lnTo>
                <a:cubicBezTo>
                  <a:pt x="182880" y="0"/>
                  <a:pt x="192024" y="9144"/>
                  <a:pt x="192024" y="9144"/>
                </a:cubicBezTo>
                <a:lnTo>
                  <a:pt x="192024" y="192024"/>
                </a:lnTo>
                <a:cubicBezTo>
                  <a:pt x="192024" y="228600"/>
                  <a:pt x="182880" y="256032"/>
                  <a:pt x="164592" y="283464"/>
                </a:cubicBezTo>
                <a:cubicBezTo>
                  <a:pt x="155448" y="310896"/>
                  <a:pt x="128016" y="338328"/>
                  <a:pt x="100584" y="356616"/>
                </a:cubicBezTo>
                <a:cubicBezTo>
                  <a:pt x="73152" y="365760"/>
                  <a:pt x="45720" y="374904"/>
                  <a:pt x="9144" y="384048"/>
                </a:cubicBezTo>
                <a:cubicBezTo>
                  <a:pt x="9144" y="384048"/>
                  <a:pt x="0" y="374904"/>
                  <a:pt x="0" y="365760"/>
                </a:cubicBezTo>
                <a:lnTo>
                  <a:pt x="0" y="310896"/>
                </a:lnTo>
              </a:path>
            </a:pathLst>
          </a:custGeom>
          <a:solidFill>
            <a:srgbClr val="FFFFFF">
              <a:alpha val="50000"/>
            </a:srgbClr>
          </a:solidFill>
        </p:spPr>
        <p:txBody>
          <a:bodyPr/>
          <a:p>
            <a:endParaRPr lang="zh-CN" altLang="en-US"/>
          </a:p>
        </p:txBody>
      </p:sp>
      <p:sp>
        <p:nvSpPr>
          <p:cNvPr id="55" name="圆角矩形 54"/>
          <p:cNvSpPr/>
          <p:nvPr/>
        </p:nvSpPr>
        <p:spPr>
          <a:xfrm>
            <a:off x="393065" y="7276465"/>
            <a:ext cx="11629390" cy="452120"/>
          </a:xfrm>
          <a:prstGeom prst="roundRect">
            <a:avLst>
              <a:gd name="adj" fmla="val 3989"/>
            </a:avLst>
          </a:prstGeom>
          <a:solidFill>
            <a:srgbClr val="E3E8F8">
              <a:alpha val="80000"/>
            </a:srgbClr>
          </a:solidFill>
          <a:ln w="25400" cap="flat">
            <a:noFill/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612775" y="909320"/>
            <a:ext cx="10583545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>
                <a:solidFill>
                  <a:srgbClr val="1D38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珊瑚生态主要围绕以下核心四个板块开展部门工作</a:t>
            </a:r>
            <a:endParaRPr lang="en-US" altLang="zh-CN">
              <a:solidFill>
                <a:srgbClr val="1D384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7" name="椭圆 56"/>
          <p:cNvSpPr/>
          <p:nvPr>
            <p:custDataLst>
              <p:tags r:id="rId8"/>
            </p:custDataLst>
          </p:nvPr>
        </p:nvSpPr>
        <p:spPr>
          <a:xfrm>
            <a:off x="915670" y="1936750"/>
            <a:ext cx="350520" cy="350520"/>
          </a:xfrm>
          <a:prstGeom prst="ellipse">
            <a:avLst/>
          </a:prstGeom>
          <a:solidFill>
            <a:srgbClr val="376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lIns="0" tIns="0" rIns="0" bIns="0" rtlCol="0" anchor="ctr">
            <a:noAutofit/>
          </a:bodyPr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400" kern="1200" dirty="0"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01</a:t>
            </a:r>
            <a:endParaRPr lang="en-US" altLang="zh-CN" sz="1400" kern="1200" dirty="0">
              <a:solidFill>
                <a:srgbClr val="FFFF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8" name="椭圆 57"/>
          <p:cNvSpPr/>
          <p:nvPr>
            <p:custDataLst>
              <p:tags r:id="rId9"/>
            </p:custDataLst>
          </p:nvPr>
        </p:nvSpPr>
        <p:spPr>
          <a:xfrm>
            <a:off x="3557905" y="1950085"/>
            <a:ext cx="350520" cy="350520"/>
          </a:xfrm>
          <a:prstGeom prst="ellipse">
            <a:avLst/>
          </a:prstGeom>
          <a:solidFill>
            <a:srgbClr val="376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lIns="0" tIns="0" rIns="0" bIns="0" rtlCol="0" anchor="ctr">
            <a:noAutofit/>
          </a:bodyPr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400" kern="1200" dirty="0"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02</a:t>
            </a:r>
            <a:endParaRPr lang="en-US" altLang="zh-CN" sz="1400" kern="1200" dirty="0">
              <a:solidFill>
                <a:srgbClr val="FFFF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9" name="椭圆 58"/>
          <p:cNvSpPr/>
          <p:nvPr>
            <p:custDataLst>
              <p:tags r:id="rId10"/>
            </p:custDataLst>
          </p:nvPr>
        </p:nvSpPr>
        <p:spPr>
          <a:xfrm>
            <a:off x="6368415" y="1938338"/>
            <a:ext cx="350520" cy="350520"/>
          </a:xfrm>
          <a:prstGeom prst="ellipse">
            <a:avLst/>
          </a:prstGeom>
          <a:solidFill>
            <a:srgbClr val="376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lIns="0" tIns="0" rIns="0" bIns="0" rtlCol="0" anchor="ctr">
            <a:noAutofit/>
          </a:bodyPr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400" kern="1200" dirty="0"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03</a:t>
            </a:r>
            <a:endParaRPr lang="en-US" altLang="zh-CN" sz="1400" kern="1200" dirty="0">
              <a:solidFill>
                <a:srgbClr val="FFFF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0" name="椭圆 59"/>
          <p:cNvSpPr/>
          <p:nvPr>
            <p:custDataLst>
              <p:tags r:id="rId11"/>
            </p:custDataLst>
          </p:nvPr>
        </p:nvSpPr>
        <p:spPr>
          <a:xfrm>
            <a:off x="9238615" y="1950085"/>
            <a:ext cx="350520" cy="350520"/>
          </a:xfrm>
          <a:prstGeom prst="ellipse">
            <a:avLst/>
          </a:prstGeom>
          <a:solidFill>
            <a:srgbClr val="376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lIns="0" tIns="0" rIns="0" bIns="0" rtlCol="0" anchor="ctr">
            <a:noAutofit/>
          </a:bodyPr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400" kern="1200" dirty="0"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04</a:t>
            </a:r>
            <a:endParaRPr lang="en-US" altLang="zh-CN" sz="1400" kern="1200" dirty="0">
              <a:solidFill>
                <a:srgbClr val="FFFF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88645" y="2544445"/>
            <a:ext cx="2969260" cy="3346450"/>
            <a:chOff x="927" y="4007"/>
            <a:chExt cx="4676" cy="5270"/>
          </a:xfrm>
        </p:grpSpPr>
        <p:sp>
          <p:nvSpPr>
            <p:cNvPr id="33" name="任意多边形: 形状 28"/>
            <p:cNvSpPr/>
            <p:nvPr>
              <p:custDataLst>
                <p:tags r:id="rId12"/>
              </p:custDataLst>
            </p:nvPr>
          </p:nvSpPr>
          <p:spPr>
            <a:xfrm>
              <a:off x="927" y="4007"/>
              <a:ext cx="3911" cy="4430"/>
            </a:xfrm>
            <a:custGeom>
              <a:avLst/>
              <a:gdLst>
                <a:gd name="connsiteX0" fmla="*/ 171812 w 2483195"/>
                <a:gd name="connsiteY0" fmla="*/ 0 h 2812891"/>
                <a:gd name="connsiteX1" fmla="*/ 2311383 w 2483195"/>
                <a:gd name="connsiteY1" fmla="*/ 0 h 2812891"/>
                <a:gd name="connsiteX2" fmla="*/ 2483195 w 2483195"/>
                <a:gd name="connsiteY2" fmla="*/ 171812 h 2812891"/>
                <a:gd name="connsiteX3" fmla="*/ 2483195 w 2483195"/>
                <a:gd name="connsiteY3" fmla="*/ 2457224 h 2812891"/>
                <a:gd name="connsiteX4" fmla="*/ 2311383 w 2483195"/>
                <a:gd name="connsiteY4" fmla="*/ 2629036 h 2812891"/>
                <a:gd name="connsiteX5" fmla="*/ 699886 w 2483195"/>
                <a:gd name="connsiteY5" fmla="*/ 2629036 h 2812891"/>
                <a:gd name="connsiteX6" fmla="*/ 654779 w 2483195"/>
                <a:gd name="connsiteY6" fmla="*/ 2694211 h 2812891"/>
                <a:gd name="connsiteX7" fmla="*/ 588438 w 2483195"/>
                <a:gd name="connsiteY7" fmla="*/ 2790066 h 2812891"/>
                <a:gd name="connsiteX8" fmla="*/ 547173 w 2483195"/>
                <a:gd name="connsiteY8" fmla="*/ 2812891 h 2812891"/>
                <a:gd name="connsiteX9" fmla="*/ 505893 w 2483195"/>
                <a:gd name="connsiteY9" fmla="*/ 2790044 h 2812891"/>
                <a:gd name="connsiteX10" fmla="*/ 439551 w 2483195"/>
                <a:gd name="connsiteY10" fmla="*/ 2694189 h 2812891"/>
                <a:gd name="connsiteX11" fmla="*/ 394459 w 2483195"/>
                <a:gd name="connsiteY11" fmla="*/ 2629036 h 2812891"/>
                <a:gd name="connsiteX12" fmla="*/ 171812 w 2483195"/>
                <a:gd name="connsiteY12" fmla="*/ 2629036 h 2812891"/>
                <a:gd name="connsiteX13" fmla="*/ 0 w 2483195"/>
                <a:gd name="connsiteY13" fmla="*/ 2457224 h 2812891"/>
                <a:gd name="connsiteX14" fmla="*/ 0 w 2483195"/>
                <a:gd name="connsiteY14" fmla="*/ 171812 h 2812891"/>
                <a:gd name="connsiteX15" fmla="*/ 171812 w 2483195"/>
                <a:gd name="connsiteY15" fmla="*/ 0 h 2812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83195" h="2812891">
                  <a:moveTo>
                    <a:pt x="171812" y="0"/>
                  </a:moveTo>
                  <a:lnTo>
                    <a:pt x="2311383" y="0"/>
                  </a:lnTo>
                  <a:cubicBezTo>
                    <a:pt x="2406272" y="0"/>
                    <a:pt x="2483195" y="76923"/>
                    <a:pt x="2483195" y="171812"/>
                  </a:cubicBezTo>
                  <a:lnTo>
                    <a:pt x="2483195" y="2457224"/>
                  </a:lnTo>
                  <a:cubicBezTo>
                    <a:pt x="2483195" y="2552113"/>
                    <a:pt x="2406272" y="2629036"/>
                    <a:pt x="2311383" y="2629036"/>
                  </a:cubicBezTo>
                  <a:lnTo>
                    <a:pt x="699886" y="2629036"/>
                  </a:lnTo>
                  <a:lnTo>
                    <a:pt x="654779" y="2694211"/>
                  </a:lnTo>
                  <a:cubicBezTo>
                    <a:pt x="616933" y="2748894"/>
                    <a:pt x="590902" y="2786507"/>
                    <a:pt x="588438" y="2790066"/>
                  </a:cubicBezTo>
                  <a:cubicBezTo>
                    <a:pt x="578583" y="2804306"/>
                    <a:pt x="563046" y="2812891"/>
                    <a:pt x="547173" y="2812891"/>
                  </a:cubicBezTo>
                  <a:cubicBezTo>
                    <a:pt x="531299" y="2812890"/>
                    <a:pt x="515747" y="2804283"/>
                    <a:pt x="505893" y="2790044"/>
                  </a:cubicBezTo>
                  <a:cubicBezTo>
                    <a:pt x="503429" y="2786485"/>
                    <a:pt x="477397" y="2748872"/>
                    <a:pt x="439551" y="2694189"/>
                  </a:cubicBezTo>
                  <a:lnTo>
                    <a:pt x="394459" y="2629036"/>
                  </a:lnTo>
                  <a:lnTo>
                    <a:pt x="171812" y="2629036"/>
                  </a:lnTo>
                  <a:cubicBezTo>
                    <a:pt x="76923" y="2629036"/>
                    <a:pt x="0" y="2552113"/>
                    <a:pt x="0" y="2457224"/>
                  </a:cubicBezTo>
                  <a:lnTo>
                    <a:pt x="0" y="171812"/>
                  </a:lnTo>
                  <a:cubicBezTo>
                    <a:pt x="0" y="76923"/>
                    <a:pt x="76923" y="0"/>
                    <a:pt x="171812" y="0"/>
                  </a:cubicBezTo>
                  <a:close/>
                </a:path>
              </a:pathLst>
            </a:custGeom>
            <a:gradFill>
              <a:gsLst>
                <a:gs pos="0">
                  <a:srgbClr val="376FFF">
                    <a:lumMod val="75000"/>
                  </a:srgbClr>
                </a:gs>
                <a:gs pos="100000">
                  <a:srgbClr val="376FFF"/>
                </a:gs>
              </a:gsLst>
              <a:lin ang="20750833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242135" tIns="204945" rIns="254490" bIns="655182" rtlCol="0" anchor="ctr">
              <a:noAutofit/>
            </a:bodyPr>
            <a:p>
              <a:pPr algn="just">
                <a:lnSpc>
                  <a:spcPct val="150000"/>
                </a:lnSpc>
              </a:pPr>
              <a:r>
                <a:rPr lang="zh-CN" altLang="en-US" sz="14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珊瑚生态从零孵化，完成整体规划形成重要迭代升级，打造生态机制规范，有序推进生态广场资源建设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1183" y="8697"/>
              <a:ext cx="4420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定位规划与能力建设</a:t>
              </a:r>
              <a:endPara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3" name="组合 2"/>
          <p:cNvGrpSpPr/>
          <p:nvPr>
            <p:custDataLst>
              <p:tags r:id="rId13"/>
            </p:custDataLst>
          </p:nvPr>
        </p:nvGrpSpPr>
        <p:grpSpPr>
          <a:xfrm>
            <a:off x="3359785" y="2544445"/>
            <a:ext cx="2974340" cy="3346450"/>
            <a:chOff x="5291" y="4007"/>
            <a:chExt cx="4684" cy="5270"/>
          </a:xfrm>
        </p:grpSpPr>
        <p:sp>
          <p:nvSpPr>
            <p:cNvPr id="6" name="任意多边形: 形状 31"/>
            <p:cNvSpPr/>
            <p:nvPr>
              <p:custDataLst>
                <p:tags r:id="rId14"/>
              </p:custDataLst>
            </p:nvPr>
          </p:nvSpPr>
          <p:spPr>
            <a:xfrm>
              <a:off x="5291" y="4007"/>
              <a:ext cx="3911" cy="4430"/>
            </a:xfrm>
            <a:custGeom>
              <a:avLst/>
              <a:gdLst>
                <a:gd name="connsiteX0" fmla="*/ 171812 w 2483195"/>
                <a:gd name="connsiteY0" fmla="*/ 0 h 2812891"/>
                <a:gd name="connsiteX1" fmla="*/ 2311383 w 2483195"/>
                <a:gd name="connsiteY1" fmla="*/ 0 h 2812891"/>
                <a:gd name="connsiteX2" fmla="*/ 2483195 w 2483195"/>
                <a:gd name="connsiteY2" fmla="*/ 171812 h 2812891"/>
                <a:gd name="connsiteX3" fmla="*/ 2483195 w 2483195"/>
                <a:gd name="connsiteY3" fmla="*/ 2457224 h 2812891"/>
                <a:gd name="connsiteX4" fmla="*/ 2311383 w 2483195"/>
                <a:gd name="connsiteY4" fmla="*/ 2629036 h 2812891"/>
                <a:gd name="connsiteX5" fmla="*/ 699886 w 2483195"/>
                <a:gd name="connsiteY5" fmla="*/ 2629036 h 2812891"/>
                <a:gd name="connsiteX6" fmla="*/ 654779 w 2483195"/>
                <a:gd name="connsiteY6" fmla="*/ 2694211 h 2812891"/>
                <a:gd name="connsiteX7" fmla="*/ 588438 w 2483195"/>
                <a:gd name="connsiteY7" fmla="*/ 2790066 h 2812891"/>
                <a:gd name="connsiteX8" fmla="*/ 547173 w 2483195"/>
                <a:gd name="connsiteY8" fmla="*/ 2812891 h 2812891"/>
                <a:gd name="connsiteX9" fmla="*/ 505893 w 2483195"/>
                <a:gd name="connsiteY9" fmla="*/ 2790044 h 2812891"/>
                <a:gd name="connsiteX10" fmla="*/ 439551 w 2483195"/>
                <a:gd name="connsiteY10" fmla="*/ 2694189 h 2812891"/>
                <a:gd name="connsiteX11" fmla="*/ 394459 w 2483195"/>
                <a:gd name="connsiteY11" fmla="*/ 2629036 h 2812891"/>
                <a:gd name="connsiteX12" fmla="*/ 171812 w 2483195"/>
                <a:gd name="connsiteY12" fmla="*/ 2629036 h 2812891"/>
                <a:gd name="connsiteX13" fmla="*/ 0 w 2483195"/>
                <a:gd name="connsiteY13" fmla="*/ 2457224 h 2812891"/>
                <a:gd name="connsiteX14" fmla="*/ 0 w 2483195"/>
                <a:gd name="connsiteY14" fmla="*/ 171812 h 2812891"/>
                <a:gd name="connsiteX15" fmla="*/ 171812 w 2483195"/>
                <a:gd name="connsiteY15" fmla="*/ 0 h 2812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83195" h="2812891">
                  <a:moveTo>
                    <a:pt x="171812" y="0"/>
                  </a:moveTo>
                  <a:lnTo>
                    <a:pt x="2311383" y="0"/>
                  </a:lnTo>
                  <a:cubicBezTo>
                    <a:pt x="2406272" y="0"/>
                    <a:pt x="2483195" y="76923"/>
                    <a:pt x="2483195" y="171812"/>
                  </a:cubicBezTo>
                  <a:lnTo>
                    <a:pt x="2483195" y="2457224"/>
                  </a:lnTo>
                  <a:cubicBezTo>
                    <a:pt x="2483195" y="2552113"/>
                    <a:pt x="2406272" y="2629036"/>
                    <a:pt x="2311383" y="2629036"/>
                  </a:cubicBezTo>
                  <a:lnTo>
                    <a:pt x="699886" y="2629036"/>
                  </a:lnTo>
                  <a:lnTo>
                    <a:pt x="654779" y="2694211"/>
                  </a:lnTo>
                  <a:cubicBezTo>
                    <a:pt x="616933" y="2748894"/>
                    <a:pt x="590902" y="2786507"/>
                    <a:pt x="588438" y="2790066"/>
                  </a:cubicBezTo>
                  <a:cubicBezTo>
                    <a:pt x="578583" y="2804306"/>
                    <a:pt x="563046" y="2812891"/>
                    <a:pt x="547173" y="2812891"/>
                  </a:cubicBezTo>
                  <a:cubicBezTo>
                    <a:pt x="531299" y="2812890"/>
                    <a:pt x="515747" y="2804283"/>
                    <a:pt x="505893" y="2790044"/>
                  </a:cubicBezTo>
                  <a:cubicBezTo>
                    <a:pt x="503429" y="2786485"/>
                    <a:pt x="477397" y="2748872"/>
                    <a:pt x="439551" y="2694189"/>
                  </a:cubicBezTo>
                  <a:lnTo>
                    <a:pt x="394459" y="2629036"/>
                  </a:lnTo>
                  <a:lnTo>
                    <a:pt x="171812" y="2629036"/>
                  </a:lnTo>
                  <a:cubicBezTo>
                    <a:pt x="76923" y="2629036"/>
                    <a:pt x="0" y="2552113"/>
                    <a:pt x="0" y="2457224"/>
                  </a:cubicBezTo>
                  <a:lnTo>
                    <a:pt x="0" y="171812"/>
                  </a:lnTo>
                  <a:cubicBezTo>
                    <a:pt x="0" y="76923"/>
                    <a:pt x="76923" y="0"/>
                    <a:pt x="171812" y="0"/>
                  </a:cubicBez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273603" tIns="204945" rIns="223022" bIns="655182" rtlCol="0" anchor="ctr">
              <a:noAutofit/>
            </a:bodyPr>
            <a:p>
              <a:pPr algn="just">
                <a:lnSpc>
                  <a:spcPct val="150000"/>
                </a:lnSpc>
              </a:pPr>
              <a:r>
                <a:rPr lang="zh-CN" altLang="en-US" sz="1400">
                  <a:solidFill>
                    <a:srgbClr val="1D384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建章立制与手册编制，从一线运维退居二线，运维工作从</a:t>
              </a:r>
              <a:r>
                <a:rPr lang="en-US" altLang="zh-CN" sz="1400">
                  <a:solidFill>
                    <a:srgbClr val="1D384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“</a:t>
              </a:r>
              <a:r>
                <a:rPr lang="zh-CN" altLang="en-US" sz="1400">
                  <a:solidFill>
                    <a:srgbClr val="1D384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被动响应</a:t>
              </a:r>
              <a:r>
                <a:rPr lang="en-US" altLang="zh-CN" sz="1400">
                  <a:solidFill>
                    <a:srgbClr val="1D384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”</a:t>
              </a:r>
              <a:r>
                <a:rPr lang="zh-CN" altLang="en-US" sz="1400">
                  <a:solidFill>
                    <a:srgbClr val="1D384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转向</a:t>
              </a:r>
              <a:r>
                <a:rPr lang="en-US" altLang="zh-CN" sz="1400">
                  <a:solidFill>
                    <a:srgbClr val="1D384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“</a:t>
              </a:r>
              <a:r>
                <a:rPr lang="zh-CN" altLang="en-US" sz="1400">
                  <a:solidFill>
                    <a:srgbClr val="1D384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主动管理</a:t>
              </a:r>
              <a:r>
                <a:rPr lang="en-US" altLang="zh-CN" sz="1400">
                  <a:solidFill>
                    <a:srgbClr val="1D384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”</a:t>
              </a:r>
              <a:r>
                <a:rPr lang="zh-CN" altLang="en-US" sz="1400">
                  <a:solidFill>
                    <a:srgbClr val="1D384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。</a:t>
              </a:r>
              <a:endParaRPr lang="zh-CN" altLang="en-US" sz="1400">
                <a:solidFill>
                  <a:srgbClr val="1D38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algn="just">
                <a:lnSpc>
                  <a:spcPct val="150000"/>
                </a:lnSpc>
              </a:pPr>
              <a:endParaRPr lang="zh-CN" altLang="zh-CN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5" name="“_#color-824&amp;2665"/>
            <p:cNvSpPr/>
            <p:nvPr>
              <p:custDataLst>
                <p:tags r:id="rId15"/>
              </p:custDataLst>
            </p:nvPr>
          </p:nvSpPr>
          <p:spPr>
            <a:xfrm>
              <a:off x="8444" y="7339"/>
              <a:ext cx="413" cy="353"/>
            </a:xfrm>
            <a:custGeom>
              <a:avLst/>
              <a:gdLst/>
              <a:ahLst/>
              <a:cxnLst/>
              <a:rect l="l" t="t" r="r" b="b"/>
              <a:pathLst>
                <a:path w="448056" h="384048">
                  <a:moveTo>
                    <a:pt x="448056" y="192024"/>
                  </a:moveTo>
                  <a:cubicBezTo>
                    <a:pt x="448056" y="228600"/>
                    <a:pt x="438912" y="256032"/>
                    <a:pt x="420624" y="283464"/>
                  </a:cubicBezTo>
                  <a:cubicBezTo>
                    <a:pt x="411480" y="310896"/>
                    <a:pt x="384048" y="338328"/>
                    <a:pt x="356616" y="356616"/>
                  </a:cubicBezTo>
                  <a:cubicBezTo>
                    <a:pt x="329184" y="365760"/>
                    <a:pt x="301752" y="374904"/>
                    <a:pt x="265176" y="384048"/>
                  </a:cubicBezTo>
                  <a:cubicBezTo>
                    <a:pt x="265176" y="384048"/>
                    <a:pt x="256032" y="374904"/>
                    <a:pt x="256032" y="365760"/>
                  </a:cubicBezTo>
                  <a:lnTo>
                    <a:pt x="256032" y="310896"/>
                  </a:lnTo>
                  <a:cubicBezTo>
                    <a:pt x="256032" y="301752"/>
                    <a:pt x="265176" y="301752"/>
                    <a:pt x="265176" y="292608"/>
                  </a:cubicBezTo>
                  <a:cubicBezTo>
                    <a:pt x="292608" y="292608"/>
                    <a:pt x="320040" y="283464"/>
                    <a:pt x="329184" y="265176"/>
                  </a:cubicBezTo>
                  <a:cubicBezTo>
                    <a:pt x="347472" y="246888"/>
                    <a:pt x="356616" y="219456"/>
                    <a:pt x="356616" y="192024"/>
                  </a:cubicBezTo>
                  <a:lnTo>
                    <a:pt x="356616" y="182880"/>
                  </a:lnTo>
                  <a:cubicBezTo>
                    <a:pt x="356616" y="173736"/>
                    <a:pt x="347472" y="173736"/>
                    <a:pt x="338328" y="173736"/>
                  </a:cubicBezTo>
                  <a:lnTo>
                    <a:pt x="274320" y="173736"/>
                  </a:lnTo>
                  <a:cubicBezTo>
                    <a:pt x="265176" y="173736"/>
                    <a:pt x="265176" y="164592"/>
                    <a:pt x="265176" y="155448"/>
                  </a:cubicBezTo>
                  <a:lnTo>
                    <a:pt x="265176" y="9144"/>
                  </a:lnTo>
                  <a:cubicBezTo>
                    <a:pt x="265176" y="9144"/>
                    <a:pt x="265176" y="0"/>
                    <a:pt x="274320" y="0"/>
                  </a:cubicBezTo>
                  <a:lnTo>
                    <a:pt x="429768" y="0"/>
                  </a:lnTo>
                  <a:cubicBezTo>
                    <a:pt x="438912" y="0"/>
                    <a:pt x="448056" y="9144"/>
                    <a:pt x="448056" y="9144"/>
                  </a:cubicBezTo>
                  <a:lnTo>
                    <a:pt x="448056" y="192024"/>
                  </a:lnTo>
                  <a:moveTo>
                    <a:pt x="0" y="310896"/>
                  </a:moveTo>
                  <a:cubicBezTo>
                    <a:pt x="0" y="301752"/>
                    <a:pt x="9144" y="301752"/>
                    <a:pt x="9144" y="292608"/>
                  </a:cubicBezTo>
                  <a:cubicBezTo>
                    <a:pt x="36576" y="292608"/>
                    <a:pt x="64008" y="283464"/>
                    <a:pt x="73152" y="265176"/>
                  </a:cubicBezTo>
                  <a:cubicBezTo>
                    <a:pt x="91440" y="246888"/>
                    <a:pt x="100584" y="219456"/>
                    <a:pt x="100584" y="192024"/>
                  </a:cubicBezTo>
                  <a:lnTo>
                    <a:pt x="100584" y="182880"/>
                  </a:lnTo>
                  <a:cubicBezTo>
                    <a:pt x="100584" y="173736"/>
                    <a:pt x="91440" y="173736"/>
                    <a:pt x="82296" y="173736"/>
                  </a:cubicBezTo>
                  <a:lnTo>
                    <a:pt x="18288" y="173736"/>
                  </a:lnTo>
                  <a:cubicBezTo>
                    <a:pt x="9144" y="173736"/>
                    <a:pt x="9144" y="164592"/>
                    <a:pt x="9144" y="155448"/>
                  </a:cubicBezTo>
                  <a:lnTo>
                    <a:pt x="9144" y="9144"/>
                  </a:lnTo>
                  <a:cubicBezTo>
                    <a:pt x="9144" y="9144"/>
                    <a:pt x="9144" y="0"/>
                    <a:pt x="18288" y="0"/>
                  </a:cubicBezTo>
                  <a:lnTo>
                    <a:pt x="173736" y="0"/>
                  </a:lnTo>
                  <a:cubicBezTo>
                    <a:pt x="182880" y="0"/>
                    <a:pt x="192024" y="9144"/>
                    <a:pt x="192024" y="9144"/>
                  </a:cubicBezTo>
                  <a:lnTo>
                    <a:pt x="192024" y="192024"/>
                  </a:lnTo>
                  <a:cubicBezTo>
                    <a:pt x="192024" y="228600"/>
                    <a:pt x="182880" y="256032"/>
                    <a:pt x="164592" y="283464"/>
                  </a:cubicBezTo>
                  <a:cubicBezTo>
                    <a:pt x="155448" y="310896"/>
                    <a:pt x="128016" y="338328"/>
                    <a:pt x="100584" y="356616"/>
                  </a:cubicBezTo>
                  <a:cubicBezTo>
                    <a:pt x="73152" y="365760"/>
                    <a:pt x="45720" y="374904"/>
                    <a:pt x="9144" y="384048"/>
                  </a:cubicBezTo>
                  <a:cubicBezTo>
                    <a:pt x="9144" y="384048"/>
                    <a:pt x="0" y="374904"/>
                    <a:pt x="0" y="365760"/>
                  </a:cubicBezTo>
                  <a:lnTo>
                    <a:pt x="0" y="310896"/>
                  </a:lnTo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5555" y="8697"/>
              <a:ext cx="4420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从</a:t>
              </a:r>
              <a:r>
                <a:rPr lang="en-US" altLang="zh-CN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0</a:t>
              </a:r>
              <a:r>
                <a:rPr lang="zh-CN" altLang="en-US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到</a:t>
              </a:r>
              <a:r>
                <a:rPr lang="en-US" altLang="zh-CN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1</a:t>
              </a:r>
              <a:r>
                <a:rPr lang="zh-CN" altLang="en-US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的体系建设</a:t>
              </a:r>
              <a:endPara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5" name="组合 4"/>
          <p:cNvGrpSpPr/>
          <p:nvPr>
            <p:custDataLst>
              <p:tags r:id="rId16"/>
            </p:custDataLst>
          </p:nvPr>
        </p:nvGrpSpPr>
        <p:grpSpPr>
          <a:xfrm>
            <a:off x="6130925" y="2544445"/>
            <a:ext cx="2979420" cy="3346450"/>
            <a:chOff x="9655" y="4007"/>
            <a:chExt cx="4692" cy="5270"/>
          </a:xfrm>
        </p:grpSpPr>
        <p:sp>
          <p:nvSpPr>
            <p:cNvPr id="34" name="任意多边形: 形状 33"/>
            <p:cNvSpPr/>
            <p:nvPr>
              <p:custDataLst>
                <p:tags r:id="rId17"/>
              </p:custDataLst>
            </p:nvPr>
          </p:nvSpPr>
          <p:spPr>
            <a:xfrm>
              <a:off x="9655" y="4007"/>
              <a:ext cx="3911" cy="4430"/>
            </a:xfrm>
            <a:custGeom>
              <a:avLst/>
              <a:gdLst>
                <a:gd name="connsiteX0" fmla="*/ 171812 w 2483195"/>
                <a:gd name="connsiteY0" fmla="*/ 0 h 2812891"/>
                <a:gd name="connsiteX1" fmla="*/ 2311383 w 2483195"/>
                <a:gd name="connsiteY1" fmla="*/ 0 h 2812891"/>
                <a:gd name="connsiteX2" fmla="*/ 2483195 w 2483195"/>
                <a:gd name="connsiteY2" fmla="*/ 171812 h 2812891"/>
                <a:gd name="connsiteX3" fmla="*/ 2483195 w 2483195"/>
                <a:gd name="connsiteY3" fmla="*/ 2457224 h 2812891"/>
                <a:gd name="connsiteX4" fmla="*/ 2311383 w 2483195"/>
                <a:gd name="connsiteY4" fmla="*/ 2629036 h 2812891"/>
                <a:gd name="connsiteX5" fmla="*/ 699886 w 2483195"/>
                <a:gd name="connsiteY5" fmla="*/ 2629036 h 2812891"/>
                <a:gd name="connsiteX6" fmla="*/ 654779 w 2483195"/>
                <a:gd name="connsiteY6" fmla="*/ 2694211 h 2812891"/>
                <a:gd name="connsiteX7" fmla="*/ 588438 w 2483195"/>
                <a:gd name="connsiteY7" fmla="*/ 2790066 h 2812891"/>
                <a:gd name="connsiteX8" fmla="*/ 547173 w 2483195"/>
                <a:gd name="connsiteY8" fmla="*/ 2812891 h 2812891"/>
                <a:gd name="connsiteX9" fmla="*/ 505893 w 2483195"/>
                <a:gd name="connsiteY9" fmla="*/ 2790044 h 2812891"/>
                <a:gd name="connsiteX10" fmla="*/ 439551 w 2483195"/>
                <a:gd name="connsiteY10" fmla="*/ 2694189 h 2812891"/>
                <a:gd name="connsiteX11" fmla="*/ 394459 w 2483195"/>
                <a:gd name="connsiteY11" fmla="*/ 2629036 h 2812891"/>
                <a:gd name="connsiteX12" fmla="*/ 171812 w 2483195"/>
                <a:gd name="connsiteY12" fmla="*/ 2629036 h 2812891"/>
                <a:gd name="connsiteX13" fmla="*/ 0 w 2483195"/>
                <a:gd name="connsiteY13" fmla="*/ 2457224 h 2812891"/>
                <a:gd name="connsiteX14" fmla="*/ 0 w 2483195"/>
                <a:gd name="connsiteY14" fmla="*/ 171812 h 2812891"/>
                <a:gd name="connsiteX15" fmla="*/ 171812 w 2483195"/>
                <a:gd name="connsiteY15" fmla="*/ 0 h 2812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83195" h="2812891">
                  <a:moveTo>
                    <a:pt x="171812" y="0"/>
                  </a:moveTo>
                  <a:lnTo>
                    <a:pt x="2311383" y="0"/>
                  </a:lnTo>
                  <a:cubicBezTo>
                    <a:pt x="2406272" y="0"/>
                    <a:pt x="2483195" y="76923"/>
                    <a:pt x="2483195" y="171812"/>
                  </a:cubicBezTo>
                  <a:lnTo>
                    <a:pt x="2483195" y="2457224"/>
                  </a:lnTo>
                  <a:cubicBezTo>
                    <a:pt x="2483195" y="2552113"/>
                    <a:pt x="2406272" y="2629036"/>
                    <a:pt x="2311383" y="2629036"/>
                  </a:cubicBezTo>
                  <a:lnTo>
                    <a:pt x="699886" y="2629036"/>
                  </a:lnTo>
                  <a:lnTo>
                    <a:pt x="654779" y="2694211"/>
                  </a:lnTo>
                  <a:cubicBezTo>
                    <a:pt x="616933" y="2748894"/>
                    <a:pt x="590902" y="2786507"/>
                    <a:pt x="588438" y="2790066"/>
                  </a:cubicBezTo>
                  <a:cubicBezTo>
                    <a:pt x="578583" y="2804306"/>
                    <a:pt x="563046" y="2812891"/>
                    <a:pt x="547173" y="2812891"/>
                  </a:cubicBezTo>
                  <a:cubicBezTo>
                    <a:pt x="531299" y="2812890"/>
                    <a:pt x="515747" y="2804283"/>
                    <a:pt x="505893" y="2790044"/>
                  </a:cubicBezTo>
                  <a:cubicBezTo>
                    <a:pt x="503429" y="2786485"/>
                    <a:pt x="477397" y="2748872"/>
                    <a:pt x="439551" y="2694189"/>
                  </a:cubicBezTo>
                  <a:lnTo>
                    <a:pt x="394459" y="2629036"/>
                  </a:lnTo>
                  <a:lnTo>
                    <a:pt x="171812" y="2629036"/>
                  </a:lnTo>
                  <a:cubicBezTo>
                    <a:pt x="76923" y="2629036"/>
                    <a:pt x="0" y="2552113"/>
                    <a:pt x="0" y="2457224"/>
                  </a:cubicBezTo>
                  <a:lnTo>
                    <a:pt x="0" y="171812"/>
                  </a:lnTo>
                  <a:cubicBezTo>
                    <a:pt x="0" y="76923"/>
                    <a:pt x="76923" y="0"/>
                    <a:pt x="171812" y="0"/>
                  </a:cubicBezTo>
                  <a:close/>
                </a:path>
              </a:pathLst>
            </a:custGeom>
            <a:gradFill>
              <a:gsLst>
                <a:gs pos="0">
                  <a:srgbClr val="376FFF">
                    <a:lumMod val="75000"/>
                  </a:srgbClr>
                </a:gs>
                <a:gs pos="100000">
                  <a:srgbClr val="376FFF"/>
                </a:gs>
              </a:gsLst>
              <a:lin ang="20750833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275052" tIns="204945" rIns="221572" bIns="655182" rtlCol="0" anchor="ctr">
              <a:noAutofit/>
            </a:bodyPr>
            <a:p>
              <a:pPr algn="just">
                <a:lnSpc>
                  <a:spcPct val="150000"/>
                </a:lnSpc>
              </a:pPr>
              <a:r>
                <a:rPr lang="zh-CN" altLang="en-US" sz="14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通过战略、经营分析报告等形式完成数字人的初阶探索，进一步交付移动端对话数字人，完成数字大脑的主体建设，进入对话互动及效果验证阶段。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9927" y="8697"/>
              <a:ext cx="4420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b="1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核心交付与产品化落地</a:t>
              </a:r>
              <a:endPara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7" name="组合 6"/>
          <p:cNvGrpSpPr/>
          <p:nvPr>
            <p:custDataLst>
              <p:tags r:id="rId18"/>
            </p:custDataLst>
          </p:nvPr>
        </p:nvGrpSpPr>
        <p:grpSpPr>
          <a:xfrm>
            <a:off x="8903335" y="2544445"/>
            <a:ext cx="2983230" cy="3346450"/>
            <a:chOff x="14021" y="4007"/>
            <a:chExt cx="4698" cy="5270"/>
          </a:xfrm>
        </p:grpSpPr>
        <p:sp>
          <p:nvSpPr>
            <p:cNvPr id="46" name="任意多边形: 形状 35"/>
            <p:cNvSpPr/>
            <p:nvPr>
              <p:custDataLst>
                <p:tags r:id="rId19"/>
              </p:custDataLst>
            </p:nvPr>
          </p:nvSpPr>
          <p:spPr>
            <a:xfrm>
              <a:off x="14021" y="4007"/>
              <a:ext cx="3911" cy="4430"/>
            </a:xfrm>
            <a:custGeom>
              <a:avLst/>
              <a:gdLst>
                <a:gd name="connsiteX0" fmla="*/ 171812 w 2483195"/>
                <a:gd name="connsiteY0" fmla="*/ 0 h 2812891"/>
                <a:gd name="connsiteX1" fmla="*/ 2311383 w 2483195"/>
                <a:gd name="connsiteY1" fmla="*/ 0 h 2812891"/>
                <a:gd name="connsiteX2" fmla="*/ 2483195 w 2483195"/>
                <a:gd name="connsiteY2" fmla="*/ 171812 h 2812891"/>
                <a:gd name="connsiteX3" fmla="*/ 2483195 w 2483195"/>
                <a:gd name="connsiteY3" fmla="*/ 2457224 h 2812891"/>
                <a:gd name="connsiteX4" fmla="*/ 2311383 w 2483195"/>
                <a:gd name="connsiteY4" fmla="*/ 2629036 h 2812891"/>
                <a:gd name="connsiteX5" fmla="*/ 699886 w 2483195"/>
                <a:gd name="connsiteY5" fmla="*/ 2629036 h 2812891"/>
                <a:gd name="connsiteX6" fmla="*/ 654779 w 2483195"/>
                <a:gd name="connsiteY6" fmla="*/ 2694211 h 2812891"/>
                <a:gd name="connsiteX7" fmla="*/ 588438 w 2483195"/>
                <a:gd name="connsiteY7" fmla="*/ 2790066 h 2812891"/>
                <a:gd name="connsiteX8" fmla="*/ 547173 w 2483195"/>
                <a:gd name="connsiteY8" fmla="*/ 2812891 h 2812891"/>
                <a:gd name="connsiteX9" fmla="*/ 505893 w 2483195"/>
                <a:gd name="connsiteY9" fmla="*/ 2790044 h 2812891"/>
                <a:gd name="connsiteX10" fmla="*/ 439551 w 2483195"/>
                <a:gd name="connsiteY10" fmla="*/ 2694189 h 2812891"/>
                <a:gd name="connsiteX11" fmla="*/ 394459 w 2483195"/>
                <a:gd name="connsiteY11" fmla="*/ 2629036 h 2812891"/>
                <a:gd name="connsiteX12" fmla="*/ 171812 w 2483195"/>
                <a:gd name="connsiteY12" fmla="*/ 2629036 h 2812891"/>
                <a:gd name="connsiteX13" fmla="*/ 0 w 2483195"/>
                <a:gd name="connsiteY13" fmla="*/ 2457224 h 2812891"/>
                <a:gd name="connsiteX14" fmla="*/ 0 w 2483195"/>
                <a:gd name="connsiteY14" fmla="*/ 171812 h 2812891"/>
                <a:gd name="connsiteX15" fmla="*/ 171812 w 2483195"/>
                <a:gd name="connsiteY15" fmla="*/ 0 h 2812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83195" h="2812891">
                  <a:moveTo>
                    <a:pt x="171812" y="0"/>
                  </a:moveTo>
                  <a:lnTo>
                    <a:pt x="2311383" y="0"/>
                  </a:lnTo>
                  <a:cubicBezTo>
                    <a:pt x="2406272" y="0"/>
                    <a:pt x="2483195" y="76923"/>
                    <a:pt x="2483195" y="171812"/>
                  </a:cubicBezTo>
                  <a:lnTo>
                    <a:pt x="2483195" y="2457224"/>
                  </a:lnTo>
                  <a:cubicBezTo>
                    <a:pt x="2483195" y="2552113"/>
                    <a:pt x="2406272" y="2629036"/>
                    <a:pt x="2311383" y="2629036"/>
                  </a:cubicBezTo>
                  <a:lnTo>
                    <a:pt x="699886" y="2629036"/>
                  </a:lnTo>
                  <a:lnTo>
                    <a:pt x="654779" y="2694211"/>
                  </a:lnTo>
                  <a:cubicBezTo>
                    <a:pt x="616933" y="2748894"/>
                    <a:pt x="590902" y="2786507"/>
                    <a:pt x="588438" y="2790066"/>
                  </a:cubicBezTo>
                  <a:cubicBezTo>
                    <a:pt x="578583" y="2804306"/>
                    <a:pt x="563046" y="2812891"/>
                    <a:pt x="547173" y="2812891"/>
                  </a:cubicBezTo>
                  <a:cubicBezTo>
                    <a:pt x="531299" y="2812890"/>
                    <a:pt x="515747" y="2804283"/>
                    <a:pt x="505893" y="2790044"/>
                  </a:cubicBezTo>
                  <a:cubicBezTo>
                    <a:pt x="503429" y="2786485"/>
                    <a:pt x="477397" y="2748872"/>
                    <a:pt x="439551" y="2694189"/>
                  </a:cubicBezTo>
                  <a:lnTo>
                    <a:pt x="394459" y="2629036"/>
                  </a:lnTo>
                  <a:lnTo>
                    <a:pt x="171812" y="2629036"/>
                  </a:lnTo>
                  <a:cubicBezTo>
                    <a:pt x="76923" y="2629036"/>
                    <a:pt x="0" y="2552113"/>
                    <a:pt x="0" y="2457224"/>
                  </a:cubicBezTo>
                  <a:lnTo>
                    <a:pt x="0" y="171812"/>
                  </a:lnTo>
                  <a:cubicBezTo>
                    <a:pt x="0" y="76923"/>
                    <a:pt x="76923" y="0"/>
                    <a:pt x="171812" y="0"/>
                  </a:cubicBez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lIns="273540" tIns="204945" rIns="223085" bIns="655182" rtlCol="0" anchor="ctr">
              <a:noAutofit/>
            </a:bodyPr>
            <a:p>
              <a:pPr algn="just">
                <a:lnSpc>
                  <a:spcPct val="150000"/>
                </a:lnSpc>
              </a:pPr>
              <a:r>
                <a:rPr lang="zh-CN" sz="1400">
                  <a:solidFill>
                    <a:srgbClr val="1D384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小龙虾快速打造，实现</a:t>
              </a:r>
              <a:r>
                <a:rPr lang="en-US" altLang="zh-CN" sz="1400">
                  <a:solidFill>
                    <a:srgbClr val="1D384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TineChat</a:t>
              </a:r>
              <a:r>
                <a:rPr lang="zh-CN" altLang="en-US" sz="1400">
                  <a:solidFill>
                    <a:srgbClr val="1D384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与</a:t>
              </a:r>
              <a:r>
                <a:rPr lang="en-US" altLang="zh-CN" sz="1400">
                  <a:solidFill>
                    <a:srgbClr val="1D384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Elink</a:t>
              </a:r>
              <a:r>
                <a:rPr lang="zh-CN" sz="1400">
                  <a:solidFill>
                    <a:srgbClr val="1D384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消息中转与调度，下一步</a:t>
              </a:r>
              <a:r>
                <a:rPr lang="en-US" altLang="zh-CN" sz="1400">
                  <a:solidFill>
                    <a:srgbClr val="1D384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TineChat</a:t>
              </a:r>
              <a:r>
                <a:rPr lang="zh-CN" altLang="en-US" sz="1400">
                  <a:solidFill>
                    <a:srgbClr val="1D384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作为消息统一交互入口的体验升级</a:t>
              </a:r>
              <a:endParaRPr lang="zh-CN" altLang="en-US" sz="1400">
                <a:solidFill>
                  <a:srgbClr val="1D38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algn="just">
                <a:lnSpc>
                  <a:spcPct val="150000"/>
                </a:lnSpc>
              </a:pPr>
              <a:endParaRPr lang="zh-CN" altLang="zh-CN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14299" y="8697"/>
              <a:ext cx="4420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龙虾打造与</a:t>
              </a:r>
              <a:r>
                <a:rPr lang="en-US" altLang="zh-CN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TC</a:t>
              </a:r>
              <a:r>
                <a:rPr lang="zh-CN" altLang="en-US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结合</a:t>
              </a:r>
              <a:endPara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圆角矩形 41"/>
          <p:cNvSpPr/>
          <p:nvPr/>
        </p:nvSpPr>
        <p:spPr>
          <a:xfrm>
            <a:off x="193675" y="1136650"/>
            <a:ext cx="11629390" cy="452120"/>
          </a:xfrm>
          <a:prstGeom prst="roundRect">
            <a:avLst>
              <a:gd name="adj" fmla="val 3989"/>
            </a:avLst>
          </a:prstGeom>
          <a:solidFill>
            <a:srgbClr val="E3E8F8">
              <a:alpha val="80000"/>
            </a:srgbClr>
          </a:solidFill>
          <a:ln w="25400" cap="flat">
            <a:noFill/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193675" y="2308860"/>
            <a:ext cx="11629390" cy="4116070"/>
          </a:xfrm>
          <a:prstGeom prst="roundRect">
            <a:avLst>
              <a:gd name="adj" fmla="val 3989"/>
            </a:avLst>
          </a:prstGeom>
          <a:solidFill>
            <a:srgbClr val="E3E8F8">
              <a:alpha val="30000"/>
            </a:srgbClr>
          </a:solidFill>
          <a:ln w="25400" cap="flat">
            <a:noFill/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0965" y="80645"/>
            <a:ext cx="5894070" cy="423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60" b="1" i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一、珊瑚生态</a:t>
            </a:r>
            <a:r>
              <a:rPr lang="en-US" altLang="zh-CN" sz="2160" b="1" i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sz="2160" b="1" i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定位规划与能力建设</a:t>
            </a:r>
            <a:endParaRPr lang="zh-CN" altLang="en-US" sz="2160" b="1" i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655320"/>
            <a:ext cx="116259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图形 12"/>
          <p:cNvSpPr/>
          <p:nvPr>
            <p:custDataLst>
              <p:tags r:id="rId1"/>
            </p:custDataLst>
          </p:nvPr>
        </p:nvSpPr>
        <p:spPr>
          <a:xfrm>
            <a:off x="194310" y="4012565"/>
            <a:ext cx="11628755" cy="2392045"/>
          </a:xfrm>
          <a:custGeom>
            <a:avLst/>
            <a:gdLst>
              <a:gd name="connsiteX0" fmla="*/ 0 w 5041773"/>
              <a:gd name="connsiteY0" fmla="*/ 1195959 h 1542002"/>
              <a:gd name="connsiteX1" fmla="*/ 0 w 5041773"/>
              <a:gd name="connsiteY1" fmla="*/ 1542002 h 1542002"/>
              <a:gd name="connsiteX2" fmla="*/ 5041773 w 5041773"/>
              <a:gd name="connsiteY2" fmla="*/ 1542002 h 1542002"/>
              <a:gd name="connsiteX3" fmla="*/ 5041773 w 5041773"/>
              <a:gd name="connsiteY3" fmla="*/ 0 h 1542002"/>
              <a:gd name="connsiteX4" fmla="*/ 4996339 w 5041773"/>
              <a:gd name="connsiteY4" fmla="*/ 20288 h 1542002"/>
              <a:gd name="connsiteX5" fmla="*/ 4829175 w 5041773"/>
              <a:gd name="connsiteY5" fmla="*/ 114872 h 1542002"/>
              <a:gd name="connsiteX6" fmla="*/ 4405980 w 5041773"/>
              <a:gd name="connsiteY6" fmla="*/ 270510 h 1542002"/>
              <a:gd name="connsiteX7" fmla="*/ 4126611 w 5041773"/>
              <a:gd name="connsiteY7" fmla="*/ 346424 h 1542002"/>
              <a:gd name="connsiteX8" fmla="*/ 3798380 w 5041773"/>
              <a:gd name="connsiteY8" fmla="*/ 465582 h 1542002"/>
              <a:gd name="connsiteX9" fmla="*/ 3503962 w 5041773"/>
              <a:gd name="connsiteY9" fmla="*/ 530162 h 1542002"/>
              <a:gd name="connsiteX10" fmla="*/ 3059335 w 5041773"/>
              <a:gd name="connsiteY10" fmla="*/ 638937 h 1542002"/>
              <a:gd name="connsiteX11" fmla="*/ 2914650 w 5041773"/>
              <a:gd name="connsiteY11" fmla="*/ 716471 h 1542002"/>
              <a:gd name="connsiteX12" fmla="*/ 2487359 w 5041773"/>
              <a:gd name="connsiteY12" fmla="*/ 831818 h 1542002"/>
              <a:gd name="connsiteX13" fmla="*/ 2307336 w 5041773"/>
              <a:gd name="connsiteY13" fmla="*/ 854488 h 1542002"/>
              <a:gd name="connsiteX14" fmla="*/ 1879473 w 5041773"/>
              <a:gd name="connsiteY14" fmla="*/ 975551 h 1542002"/>
              <a:gd name="connsiteX15" fmla="*/ 1565148 w 5041773"/>
              <a:gd name="connsiteY15" fmla="*/ 1072420 h 1542002"/>
              <a:gd name="connsiteX16" fmla="*/ 820388 w 5041773"/>
              <a:gd name="connsiteY16" fmla="*/ 1143191 h 1542002"/>
              <a:gd name="connsiteX17" fmla="*/ 749427 w 5041773"/>
              <a:gd name="connsiteY17" fmla="*/ 1141381 h 1542002"/>
              <a:gd name="connsiteX18" fmla="*/ 0 w 5041773"/>
              <a:gd name="connsiteY18" fmla="*/ 1195959 h 154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041773" h="1542002">
                <a:moveTo>
                  <a:pt x="0" y="1195959"/>
                </a:moveTo>
                <a:lnTo>
                  <a:pt x="0" y="1542002"/>
                </a:lnTo>
                <a:lnTo>
                  <a:pt x="5041773" y="1542002"/>
                </a:lnTo>
                <a:lnTo>
                  <a:pt x="5041773" y="0"/>
                </a:lnTo>
                <a:cubicBezTo>
                  <a:pt x="5041773" y="0"/>
                  <a:pt x="5022437" y="8477"/>
                  <a:pt x="4996339" y="20288"/>
                </a:cubicBezTo>
                <a:cubicBezTo>
                  <a:pt x="4937951" y="46863"/>
                  <a:pt x="4881753" y="78105"/>
                  <a:pt x="4829175" y="114872"/>
                </a:cubicBezTo>
                <a:cubicBezTo>
                  <a:pt x="4767167" y="158210"/>
                  <a:pt x="4630674" y="235363"/>
                  <a:pt x="4405980" y="270510"/>
                </a:cubicBezTo>
                <a:cubicBezTo>
                  <a:pt x="4310348" y="285464"/>
                  <a:pt x="4216908" y="311658"/>
                  <a:pt x="4126611" y="346424"/>
                </a:cubicBezTo>
                <a:cubicBezTo>
                  <a:pt x="4011930" y="390525"/>
                  <a:pt x="3866198" y="445199"/>
                  <a:pt x="3798380" y="465582"/>
                </a:cubicBezTo>
                <a:cubicBezTo>
                  <a:pt x="3774472" y="472726"/>
                  <a:pt x="3703320" y="523018"/>
                  <a:pt x="3503962" y="530162"/>
                </a:cubicBezTo>
                <a:cubicBezTo>
                  <a:pt x="3349847" y="535591"/>
                  <a:pt x="3198209" y="571881"/>
                  <a:pt x="3059335" y="638937"/>
                </a:cubicBezTo>
                <a:cubicBezTo>
                  <a:pt x="3015044" y="660368"/>
                  <a:pt x="2966752" y="685895"/>
                  <a:pt x="2914650" y="716471"/>
                </a:cubicBezTo>
                <a:cubicBezTo>
                  <a:pt x="2914650" y="716471"/>
                  <a:pt x="2779871" y="816959"/>
                  <a:pt x="2487359" y="831818"/>
                </a:cubicBezTo>
                <a:cubicBezTo>
                  <a:pt x="2426875" y="834866"/>
                  <a:pt x="2366772" y="842867"/>
                  <a:pt x="2307336" y="854488"/>
                </a:cubicBezTo>
                <a:cubicBezTo>
                  <a:pt x="2195608" y="876395"/>
                  <a:pt x="2024729" y="916019"/>
                  <a:pt x="1879473" y="975551"/>
                </a:cubicBezTo>
                <a:cubicBezTo>
                  <a:pt x="1777746" y="1017270"/>
                  <a:pt x="1672971" y="1050703"/>
                  <a:pt x="1565148" y="1072420"/>
                </a:cubicBezTo>
                <a:cubicBezTo>
                  <a:pt x="1396175" y="1106519"/>
                  <a:pt x="1140428" y="1143095"/>
                  <a:pt x="820388" y="1143191"/>
                </a:cubicBezTo>
                <a:cubicBezTo>
                  <a:pt x="796671" y="1143191"/>
                  <a:pt x="773049" y="1142429"/>
                  <a:pt x="749427" y="1141381"/>
                </a:cubicBezTo>
                <a:cubicBezTo>
                  <a:pt x="621792" y="1135380"/>
                  <a:pt x="152400" y="1119188"/>
                  <a:pt x="0" y="1195959"/>
                </a:cubicBezTo>
                <a:close/>
              </a:path>
            </a:pathLst>
          </a:custGeom>
          <a:solidFill>
            <a:srgbClr val="397AF3">
              <a:lumMod val="75000"/>
            </a:srgbClr>
          </a:solidFill>
          <a:ln w="760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539750" rIns="0" bIns="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 lvl="0" algn="ctr">
              <a:buClrTx/>
              <a:buSzTx/>
              <a:buFontTx/>
            </a:pPr>
            <a:endParaRPr lang="en-US" altLang="zh-CN" sz="1600" b="1">
              <a:solidFill>
                <a:srgbClr val="FFFFFF"/>
              </a:solidFill>
              <a:sym typeface="+mn-ea"/>
            </a:endParaRPr>
          </a:p>
        </p:txBody>
      </p:sp>
      <p:sp>
        <p:nvSpPr>
          <p:cNvPr id="11" name="图形 15"/>
          <p:cNvSpPr/>
          <p:nvPr>
            <p:custDataLst>
              <p:tags r:id="rId2"/>
            </p:custDataLst>
          </p:nvPr>
        </p:nvSpPr>
        <p:spPr>
          <a:xfrm>
            <a:off x="1042035" y="4475480"/>
            <a:ext cx="10215880" cy="1829435"/>
          </a:xfrm>
          <a:custGeom>
            <a:avLst/>
            <a:gdLst>
              <a:gd name="connsiteX0" fmla="*/ 5041773 w 5041772"/>
              <a:gd name="connsiteY0" fmla="*/ 0 h 1195958"/>
              <a:gd name="connsiteX1" fmla="*/ 4996339 w 5041772"/>
              <a:gd name="connsiteY1" fmla="*/ 20288 h 1195958"/>
              <a:gd name="connsiteX2" fmla="*/ 4829175 w 5041772"/>
              <a:gd name="connsiteY2" fmla="*/ 114872 h 1195958"/>
              <a:gd name="connsiteX3" fmla="*/ 4405980 w 5041772"/>
              <a:gd name="connsiteY3" fmla="*/ 270510 h 1195958"/>
              <a:gd name="connsiteX4" fmla="*/ 4126611 w 5041772"/>
              <a:gd name="connsiteY4" fmla="*/ 346424 h 1195958"/>
              <a:gd name="connsiteX5" fmla="*/ 3798475 w 5041772"/>
              <a:gd name="connsiteY5" fmla="*/ 465487 h 1195958"/>
              <a:gd name="connsiteX6" fmla="*/ 3504057 w 5041772"/>
              <a:gd name="connsiteY6" fmla="*/ 530066 h 1195958"/>
              <a:gd name="connsiteX7" fmla="*/ 3059430 w 5041772"/>
              <a:gd name="connsiteY7" fmla="*/ 638842 h 1195958"/>
              <a:gd name="connsiteX8" fmla="*/ 2914745 w 5041772"/>
              <a:gd name="connsiteY8" fmla="*/ 716375 h 1195958"/>
              <a:gd name="connsiteX9" fmla="*/ 2487454 w 5041772"/>
              <a:gd name="connsiteY9" fmla="*/ 831723 h 1195958"/>
              <a:gd name="connsiteX10" fmla="*/ 2307431 w 5041772"/>
              <a:gd name="connsiteY10" fmla="*/ 854393 h 1195958"/>
              <a:gd name="connsiteX11" fmla="*/ 1879568 w 5041772"/>
              <a:gd name="connsiteY11" fmla="*/ 975455 h 1195958"/>
              <a:gd name="connsiteX12" fmla="*/ 1565243 w 5041772"/>
              <a:gd name="connsiteY12" fmla="*/ 1072325 h 1195958"/>
              <a:gd name="connsiteX13" fmla="*/ 820484 w 5041772"/>
              <a:gd name="connsiteY13" fmla="*/ 1143095 h 1195958"/>
              <a:gd name="connsiteX14" fmla="*/ 749522 w 5041772"/>
              <a:gd name="connsiteY14" fmla="*/ 1141286 h 1195958"/>
              <a:gd name="connsiteX15" fmla="*/ 0 w 5041772"/>
              <a:gd name="connsiteY15" fmla="*/ 1195959 h 1195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041772" h="1195958">
                <a:moveTo>
                  <a:pt x="5041773" y="0"/>
                </a:moveTo>
                <a:cubicBezTo>
                  <a:pt x="5041773" y="0"/>
                  <a:pt x="5022438" y="8477"/>
                  <a:pt x="4996339" y="20288"/>
                </a:cubicBezTo>
                <a:cubicBezTo>
                  <a:pt x="4937951" y="46863"/>
                  <a:pt x="4881753" y="78105"/>
                  <a:pt x="4829175" y="114872"/>
                </a:cubicBezTo>
                <a:cubicBezTo>
                  <a:pt x="4767167" y="158210"/>
                  <a:pt x="4630674" y="235363"/>
                  <a:pt x="4405980" y="270510"/>
                </a:cubicBezTo>
                <a:cubicBezTo>
                  <a:pt x="4310349" y="285464"/>
                  <a:pt x="4216908" y="311658"/>
                  <a:pt x="4126611" y="346424"/>
                </a:cubicBezTo>
                <a:cubicBezTo>
                  <a:pt x="4012025" y="390430"/>
                  <a:pt x="3866293" y="445199"/>
                  <a:pt x="3798475" y="465487"/>
                </a:cubicBezTo>
                <a:cubicBezTo>
                  <a:pt x="3774567" y="472631"/>
                  <a:pt x="3703415" y="522923"/>
                  <a:pt x="3504057" y="530066"/>
                </a:cubicBezTo>
                <a:cubicBezTo>
                  <a:pt x="3349943" y="535496"/>
                  <a:pt x="3198305" y="571786"/>
                  <a:pt x="3059430" y="638842"/>
                </a:cubicBezTo>
                <a:cubicBezTo>
                  <a:pt x="3015139" y="660273"/>
                  <a:pt x="2966847" y="685800"/>
                  <a:pt x="2914745" y="716375"/>
                </a:cubicBezTo>
                <a:cubicBezTo>
                  <a:pt x="2914745" y="716375"/>
                  <a:pt x="2779966" y="816864"/>
                  <a:pt x="2487454" y="831723"/>
                </a:cubicBezTo>
                <a:cubicBezTo>
                  <a:pt x="2426970" y="834771"/>
                  <a:pt x="2366867" y="842772"/>
                  <a:pt x="2307431" y="854393"/>
                </a:cubicBezTo>
                <a:cubicBezTo>
                  <a:pt x="2195703" y="876300"/>
                  <a:pt x="2024825" y="915924"/>
                  <a:pt x="1879568" y="975455"/>
                </a:cubicBezTo>
                <a:cubicBezTo>
                  <a:pt x="1777841" y="1017175"/>
                  <a:pt x="1673066" y="1050608"/>
                  <a:pt x="1565243" y="1072325"/>
                </a:cubicBezTo>
                <a:cubicBezTo>
                  <a:pt x="1396270" y="1106424"/>
                  <a:pt x="1140524" y="1143000"/>
                  <a:pt x="820484" y="1143095"/>
                </a:cubicBezTo>
                <a:cubicBezTo>
                  <a:pt x="796766" y="1143095"/>
                  <a:pt x="773144" y="1142333"/>
                  <a:pt x="749522" y="1141286"/>
                </a:cubicBezTo>
                <a:cubicBezTo>
                  <a:pt x="621697" y="1135285"/>
                  <a:pt x="152305" y="1119188"/>
                  <a:pt x="0" y="1195959"/>
                </a:cubicBezTo>
              </a:path>
            </a:pathLst>
          </a:custGeom>
          <a:noFill/>
          <a:ln w="3175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35" tIns="45717" rIns="91435" bIns="45717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椭圆 11"/>
          <p:cNvSpPr/>
          <p:nvPr>
            <p:custDataLst>
              <p:tags r:id="rId3"/>
            </p:custDataLst>
          </p:nvPr>
        </p:nvSpPr>
        <p:spPr>
          <a:xfrm>
            <a:off x="2201682" y="5632949"/>
            <a:ext cx="144729" cy="144729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</a:ln>
          <a:effectLst>
            <a:outerShdw blurRad="38100" dist="38100" dir="5400000" algn="t" rotWithShape="0">
              <a:schemeClr val="accent1">
                <a:lumMod val="75000"/>
                <a:alpha val="3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3" name="椭圆 12"/>
          <p:cNvSpPr/>
          <p:nvPr>
            <p:custDataLst>
              <p:tags r:id="rId4"/>
            </p:custDataLst>
          </p:nvPr>
        </p:nvSpPr>
        <p:spPr>
          <a:xfrm>
            <a:off x="4802552" y="5330720"/>
            <a:ext cx="144729" cy="144729"/>
          </a:xfrm>
          <a:prstGeom prst="ellipse">
            <a:avLst/>
          </a:prstGeom>
          <a:solidFill>
            <a:schemeClr val="accent2"/>
          </a:solidFill>
          <a:ln w="15875">
            <a:solidFill>
              <a:srgbClr val="FFFFFF"/>
            </a:solidFill>
          </a:ln>
          <a:effectLst>
            <a:outerShdw blurRad="38100" dist="38100" dir="5400000" algn="t" rotWithShape="0">
              <a:schemeClr val="accent2">
                <a:lumMod val="75000"/>
                <a:alpha val="3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5" name="椭圆 14"/>
          <p:cNvSpPr/>
          <p:nvPr>
            <p:custDataLst>
              <p:tags r:id="rId5"/>
            </p:custDataLst>
          </p:nvPr>
        </p:nvSpPr>
        <p:spPr>
          <a:xfrm>
            <a:off x="7326801" y="4751873"/>
            <a:ext cx="144729" cy="144729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</a:ln>
          <a:effectLst>
            <a:outerShdw blurRad="38100" dist="38100" dir="5400000" algn="t" rotWithShape="0">
              <a:schemeClr val="accent1">
                <a:lumMod val="75000"/>
                <a:alpha val="3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6" name="椭圆 15"/>
          <p:cNvSpPr/>
          <p:nvPr>
            <p:custDataLst>
              <p:tags r:id="rId6"/>
            </p:custDataLst>
          </p:nvPr>
        </p:nvSpPr>
        <p:spPr>
          <a:xfrm>
            <a:off x="9892983" y="4229895"/>
            <a:ext cx="144729" cy="144729"/>
          </a:xfrm>
          <a:prstGeom prst="ellipse">
            <a:avLst/>
          </a:prstGeom>
          <a:solidFill>
            <a:schemeClr val="accent2"/>
          </a:solidFill>
          <a:ln w="15875">
            <a:solidFill>
              <a:srgbClr val="FFFFFF"/>
            </a:solidFill>
          </a:ln>
          <a:effectLst>
            <a:outerShdw blurRad="38100" dist="38100" dir="5400000" algn="t" rotWithShape="0">
              <a:schemeClr val="accent2">
                <a:lumMod val="75000"/>
                <a:alpha val="3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cxnSp>
        <p:nvCxnSpPr>
          <p:cNvPr id="19" name="直接连接符 18"/>
          <p:cNvCxnSpPr/>
          <p:nvPr>
            <p:custDataLst>
              <p:tags r:id="rId7"/>
            </p:custDataLst>
          </p:nvPr>
        </p:nvCxnSpPr>
        <p:spPr>
          <a:xfrm>
            <a:off x="2274047" y="5800025"/>
            <a:ext cx="0" cy="664584"/>
          </a:xfrm>
          <a:prstGeom prst="line">
            <a:avLst/>
          </a:prstGeom>
          <a:ln w="19050" cap="rnd">
            <a:gradFill>
              <a:gsLst>
                <a:gs pos="0">
                  <a:srgbClr val="FFFFFF"/>
                </a:gs>
                <a:gs pos="100000">
                  <a:srgbClr val="FFFFFF">
                    <a:alpha val="20000"/>
                  </a:srgbClr>
                </a:gs>
              </a:gsLst>
              <a:lin ang="5160000" scaled="1"/>
            </a:gradFill>
            <a:prstDash val="dash"/>
            <a:round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>
            <p:custDataLst>
              <p:tags r:id="rId8"/>
            </p:custDataLst>
          </p:nvPr>
        </p:nvCxnSpPr>
        <p:spPr>
          <a:xfrm>
            <a:off x="4874917" y="5502054"/>
            <a:ext cx="0" cy="965217"/>
          </a:xfrm>
          <a:prstGeom prst="line">
            <a:avLst/>
          </a:prstGeom>
          <a:ln w="19050" cap="rnd">
            <a:gradFill>
              <a:gsLst>
                <a:gs pos="0">
                  <a:srgbClr val="FFFFFF"/>
                </a:gs>
                <a:gs pos="100000">
                  <a:srgbClr val="FFFFFF">
                    <a:alpha val="20000"/>
                  </a:srgbClr>
                </a:gs>
              </a:gsLst>
              <a:lin ang="5160000" scaled="1"/>
            </a:gradFill>
            <a:prstDash val="dash"/>
            <a:round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>
            <p:custDataLst>
              <p:tags r:id="rId9"/>
            </p:custDataLst>
          </p:nvPr>
        </p:nvCxnSpPr>
        <p:spPr>
          <a:xfrm>
            <a:off x="7403423" y="4930807"/>
            <a:ext cx="0" cy="1549400"/>
          </a:xfrm>
          <a:prstGeom prst="line">
            <a:avLst/>
          </a:prstGeom>
          <a:ln w="19050" cap="rnd">
            <a:gradFill>
              <a:gsLst>
                <a:gs pos="0">
                  <a:srgbClr val="FFFFFF"/>
                </a:gs>
                <a:gs pos="100000">
                  <a:srgbClr val="FFFFFF">
                    <a:alpha val="20000"/>
                  </a:srgbClr>
                </a:gs>
              </a:gsLst>
              <a:lin ang="5160000" scaled="1"/>
            </a:gradFill>
            <a:prstDash val="dash"/>
            <a:round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>
            <p:custDataLst>
              <p:tags r:id="rId10"/>
            </p:custDataLst>
          </p:nvPr>
        </p:nvCxnSpPr>
        <p:spPr>
          <a:xfrm>
            <a:off x="9965982" y="4393143"/>
            <a:ext cx="0" cy="2073910"/>
          </a:xfrm>
          <a:prstGeom prst="line">
            <a:avLst/>
          </a:prstGeom>
          <a:ln w="19050" cap="rnd">
            <a:gradFill>
              <a:gsLst>
                <a:gs pos="0">
                  <a:srgbClr val="FFFFFF"/>
                </a:gs>
                <a:gs pos="100000">
                  <a:srgbClr val="FFFFFF">
                    <a:alpha val="20000"/>
                  </a:srgbClr>
                </a:gs>
              </a:gsLst>
              <a:lin ang="5160000" scaled="1"/>
            </a:gradFill>
            <a:prstDash val="dash"/>
            <a:round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>
            <p:custDataLst>
              <p:tags r:id="rId11"/>
            </p:custDataLst>
          </p:nvPr>
        </p:nvSpPr>
        <p:spPr>
          <a:xfrm>
            <a:off x="731520" y="2881630"/>
            <a:ext cx="2719705" cy="56388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indent="0" algn="l">
              <a:buNone/>
            </a:pP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珊瑚生态定位与规划</a:t>
            </a:r>
            <a:endParaRPr lang="zh-CN" altLang="en-US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12"/>
            </p:custDataLst>
          </p:nvPr>
        </p:nvSpPr>
        <p:spPr>
          <a:xfrm>
            <a:off x="598805" y="3743325"/>
            <a:ext cx="2246630" cy="160210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indent="0" algn="l" fontAlgn="auto">
              <a:lnSpc>
                <a:spcPct val="130000"/>
              </a:lnSpc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进行集团组织迅速融合，对珊瑚生态进行部门定位与生态规划，</a:t>
            </a:r>
            <a:r>
              <a:rPr lang="zh-CN" altLang="en-US" sz="1400" b="1" u="sng" kern="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明确部门运行机制和方向</a:t>
            </a:r>
            <a:endParaRPr lang="zh-CN" altLang="en-US" sz="1400" b="1" u="sng" kern="0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3" name="文本框 22"/>
          <p:cNvSpPr txBox="1"/>
          <p:nvPr>
            <p:custDataLst>
              <p:tags r:id="rId13"/>
            </p:custDataLst>
          </p:nvPr>
        </p:nvSpPr>
        <p:spPr>
          <a:xfrm>
            <a:off x="3498215" y="2362835"/>
            <a:ext cx="2553335" cy="51435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indent="0" algn="l">
              <a:buNone/>
            </a:pP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珊瑚生态推进方案</a:t>
            </a:r>
            <a:endParaRPr lang="zh-CN" altLang="en-US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4"/>
            </p:custDataLst>
          </p:nvPr>
        </p:nvSpPr>
        <p:spPr>
          <a:xfrm>
            <a:off x="3337560" y="3081655"/>
            <a:ext cx="2201545" cy="10096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indent="0" algn="l" fontAlgn="auto">
              <a:lnSpc>
                <a:spcPct val="130000"/>
              </a:lnSpc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围绕生态整体规划，重点推进生态资源建设，外部研究及推进生态入驻统一标准等</a:t>
            </a:r>
            <a:r>
              <a:rPr lang="zh-CN" altLang="en-US" sz="1400" b="1" u="sng" kern="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规范建立</a:t>
            </a:r>
            <a:endParaRPr lang="zh-CN" altLang="en-US" sz="1400" b="1" u="sng" kern="0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 24"/>
          <p:cNvSpPr txBox="1"/>
          <p:nvPr>
            <p:custDataLst>
              <p:tags r:id="rId15"/>
            </p:custDataLst>
          </p:nvPr>
        </p:nvSpPr>
        <p:spPr>
          <a:xfrm>
            <a:off x="6364605" y="2424430"/>
            <a:ext cx="2051050" cy="2921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lvl="0" algn="l">
              <a:buClrTx/>
              <a:buSzTx/>
              <a:buFontTx/>
            </a:pP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生态资源建设</a:t>
            </a:r>
            <a:endParaRPr lang="zh-CN" altLang="en-US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6" name="文本框 25"/>
          <p:cNvSpPr txBox="1"/>
          <p:nvPr>
            <p:custDataLst>
              <p:tags r:id="rId16"/>
            </p:custDataLst>
          </p:nvPr>
        </p:nvSpPr>
        <p:spPr>
          <a:xfrm>
            <a:off x="6006465" y="2889250"/>
            <a:ext cx="2409190" cy="15036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indent="0" algn="l" fontAlgn="auto">
              <a:lnSpc>
                <a:spcPct val="130000"/>
              </a:lnSpc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围绕</a:t>
            </a: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MCP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、插件、</a:t>
            </a: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Skills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等资源，首期先</a:t>
            </a:r>
            <a:r>
              <a:rPr lang="zh-CN" altLang="en-US" sz="1400" b="1" u="sng" kern="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聚焦通用能力的建设，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继而深入业务场景，同步开展对围绕生态建设的功能性支撑需求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7" name="文本框 26"/>
          <p:cNvSpPr txBox="1"/>
          <p:nvPr>
            <p:custDataLst>
              <p:tags r:id="rId17"/>
            </p:custDataLst>
          </p:nvPr>
        </p:nvSpPr>
        <p:spPr>
          <a:xfrm>
            <a:off x="9251315" y="2386330"/>
            <a:ext cx="2186305" cy="2921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indent="0" algn="l">
              <a:buNone/>
            </a:pP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生态资源迁移</a:t>
            </a:r>
            <a:endParaRPr lang="zh-CN" altLang="en-US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18"/>
            </p:custDataLst>
          </p:nvPr>
        </p:nvSpPr>
        <p:spPr>
          <a:xfrm>
            <a:off x="8980170" y="2840990"/>
            <a:ext cx="2422525" cy="10096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indent="0" algn="l" fontAlgn="auto">
              <a:lnSpc>
                <a:spcPct val="130000"/>
              </a:lnSpc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收集测试环境资源进行分门别类、私有</a:t>
            </a:r>
            <a:r>
              <a:rPr lang="zh-CN" altLang="en-US" sz="1400" b="1" u="sng" kern="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资源迁移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归属至对应业务空间，正式环境同理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19"/>
            </p:custDataLst>
          </p:nvPr>
        </p:nvSpPr>
        <p:spPr>
          <a:xfrm>
            <a:off x="1716405" y="5209540"/>
            <a:ext cx="1040130" cy="3022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indent="0" algn="l" fontAlgn="auto">
              <a:lnSpc>
                <a:spcPct val="130000"/>
              </a:lnSpc>
            </a:pP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月第</a:t>
            </a: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周</a:t>
            </a: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20"/>
            </p:custDataLst>
          </p:nvPr>
        </p:nvSpPr>
        <p:spPr>
          <a:xfrm>
            <a:off x="4136390" y="4851400"/>
            <a:ext cx="1040130" cy="3022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indent="0" algn="l" fontAlgn="auto">
              <a:lnSpc>
                <a:spcPct val="130000"/>
              </a:lnSpc>
            </a:pP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月第</a:t>
            </a: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周</a:t>
            </a: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21"/>
            </p:custDataLst>
          </p:nvPr>
        </p:nvSpPr>
        <p:spPr>
          <a:xfrm>
            <a:off x="6985635" y="4374515"/>
            <a:ext cx="1040130" cy="3022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indent="0" algn="l" fontAlgn="auto">
              <a:lnSpc>
                <a:spcPct val="130000"/>
              </a:lnSpc>
            </a:pP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月第</a:t>
            </a: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周</a:t>
            </a: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22"/>
            </p:custDataLst>
          </p:nvPr>
        </p:nvSpPr>
        <p:spPr>
          <a:xfrm>
            <a:off x="9445625" y="3936365"/>
            <a:ext cx="1040130" cy="3022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indent="0" algn="l" fontAlgn="auto">
              <a:lnSpc>
                <a:spcPct val="130000"/>
              </a:lnSpc>
            </a:pP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月第</a:t>
            </a: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周</a:t>
            </a: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1442720" y="1560195"/>
            <a:ext cx="8791575" cy="598170"/>
            <a:chOff x="2144" y="2703"/>
            <a:chExt cx="13845" cy="942"/>
          </a:xfrm>
        </p:grpSpPr>
        <p:sp>
          <p:nvSpPr>
            <p:cNvPr id="10" name="文本框 9"/>
            <p:cNvSpPr txBox="1"/>
            <p:nvPr>
              <p:custDataLst>
                <p:tags r:id="rId23"/>
              </p:custDataLst>
            </p:nvPr>
          </p:nvSpPr>
          <p:spPr>
            <a:xfrm>
              <a:off x="2144" y="2703"/>
              <a:ext cx="1518" cy="942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noAutofit/>
            </a:bodyPr>
            <a:lstStyle/>
            <a:p>
              <a:pPr indent="0" algn="l">
                <a:buFont typeface="Wingdings" panose="05000000000000000000" charset="0"/>
                <a:buNone/>
              </a:pPr>
              <a:r>
                <a:rPr lang="en-US" altLang="zh-CN" b="1">
                  <a:solidFill>
                    <a:srgbClr val="4209F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Step01</a:t>
              </a:r>
              <a:endParaRPr lang="en-US" altLang="zh-CN" b="1">
                <a:solidFill>
                  <a:srgbClr val="4209F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24"/>
              </p:custDataLst>
            </p:nvPr>
          </p:nvSpPr>
          <p:spPr>
            <a:xfrm>
              <a:off x="6213" y="2703"/>
              <a:ext cx="1759" cy="942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noAutofit/>
            </a:bodyPr>
            <a:lstStyle/>
            <a:p>
              <a:pPr indent="0" algn="l">
                <a:buFont typeface="Wingdings" panose="05000000000000000000" charset="0"/>
                <a:buNone/>
              </a:pPr>
              <a:r>
                <a:rPr lang="en-US" altLang="zh-CN" b="1">
                  <a:solidFill>
                    <a:srgbClr val="4209F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Step02</a:t>
              </a:r>
              <a:endParaRPr lang="en-US" altLang="zh-CN" b="1">
                <a:solidFill>
                  <a:srgbClr val="4209F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文本框 17"/>
            <p:cNvSpPr txBox="1"/>
            <p:nvPr>
              <p:custDataLst>
                <p:tags r:id="rId25"/>
              </p:custDataLst>
            </p:nvPr>
          </p:nvSpPr>
          <p:spPr>
            <a:xfrm>
              <a:off x="10282" y="2703"/>
              <a:ext cx="1592" cy="942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noAutofit/>
            </a:bodyPr>
            <a:lstStyle/>
            <a:p>
              <a:pPr indent="0" algn="l">
                <a:buFont typeface="Wingdings" panose="05000000000000000000" charset="0"/>
                <a:buNone/>
              </a:pPr>
              <a:r>
                <a:rPr lang="en-US" altLang="zh-CN" b="1">
                  <a:solidFill>
                    <a:srgbClr val="4209F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Step03</a:t>
              </a:r>
              <a:endParaRPr lang="en-US" altLang="zh-CN" b="1">
                <a:solidFill>
                  <a:srgbClr val="4209F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文本框 28"/>
            <p:cNvSpPr txBox="1"/>
            <p:nvPr>
              <p:custDataLst>
                <p:tags r:id="rId26"/>
              </p:custDataLst>
            </p:nvPr>
          </p:nvSpPr>
          <p:spPr>
            <a:xfrm>
              <a:off x="14351" y="2703"/>
              <a:ext cx="1638" cy="942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noAutofit/>
            </a:bodyPr>
            <a:lstStyle/>
            <a:p>
              <a:pPr indent="0" algn="l">
                <a:buFont typeface="Wingdings" panose="05000000000000000000" charset="0"/>
                <a:buNone/>
              </a:pPr>
              <a:r>
                <a:rPr lang="en-US" altLang="zh-CN" b="1">
                  <a:solidFill>
                    <a:srgbClr val="4209F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Step04</a:t>
              </a:r>
              <a:endParaRPr lang="en-US" altLang="zh-CN" b="1">
                <a:solidFill>
                  <a:srgbClr val="4209F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0" name="直接箭头连接符 29"/>
            <p:cNvCxnSpPr/>
            <p:nvPr/>
          </p:nvCxnSpPr>
          <p:spPr>
            <a:xfrm>
              <a:off x="4251" y="3406"/>
              <a:ext cx="1148" cy="0"/>
            </a:xfrm>
            <a:prstGeom prst="straightConnector1">
              <a:avLst/>
            </a:prstGeom>
            <a:ln w="6350" cap="flat" cmpd="sng" algn="ctr">
              <a:solidFill>
                <a:schemeClr val="accent1"/>
              </a:solidFill>
              <a:prstDash val="dash"/>
              <a:miter lim="800000"/>
              <a:tailEnd type="arrow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1" name="直接箭头连接符 30"/>
            <p:cNvCxnSpPr/>
            <p:nvPr/>
          </p:nvCxnSpPr>
          <p:spPr>
            <a:xfrm>
              <a:off x="8152" y="3406"/>
              <a:ext cx="1192" cy="0"/>
            </a:xfrm>
            <a:prstGeom prst="straightConnector1">
              <a:avLst/>
            </a:prstGeom>
            <a:ln w="6350" cap="flat" cmpd="sng" algn="ctr">
              <a:solidFill>
                <a:schemeClr val="accent1"/>
              </a:solidFill>
              <a:prstDash val="dash"/>
              <a:miter lim="800000"/>
              <a:tailEnd type="arrow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/>
            <p:nvPr/>
          </p:nvCxnSpPr>
          <p:spPr>
            <a:xfrm>
              <a:off x="12253" y="3406"/>
              <a:ext cx="1000" cy="0"/>
            </a:xfrm>
            <a:prstGeom prst="straightConnector1">
              <a:avLst/>
            </a:prstGeom>
            <a:ln w="6350" cap="flat" cmpd="sng" algn="ctr">
              <a:solidFill>
                <a:schemeClr val="accent1"/>
              </a:solidFill>
              <a:prstDash val="dash"/>
              <a:miter lim="800000"/>
              <a:tailEnd type="arrow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40" name="组合 39"/>
          <p:cNvGrpSpPr/>
          <p:nvPr/>
        </p:nvGrpSpPr>
        <p:grpSpPr>
          <a:xfrm>
            <a:off x="193675" y="732790"/>
            <a:ext cx="1929130" cy="652780"/>
            <a:chOff x="159" y="-3736"/>
            <a:chExt cx="3038" cy="1028"/>
          </a:xfrm>
        </p:grpSpPr>
        <p:pic>
          <p:nvPicPr>
            <p:cNvPr id="61" name="Picture 13" descr="image.png"/>
            <p:cNvPicPr>
              <a:picLocks noChangeAspect="1"/>
            </p:cNvPicPr>
            <p:nvPr/>
          </p:nvPicPr>
          <p:blipFill>
            <a:blip r:embed="rId27">
              <a:alphaModFix amt="100000"/>
            </a:blip>
            <a:stretch>
              <a:fillRect/>
            </a:stretch>
          </p:blipFill>
          <p:spPr>
            <a:xfrm>
              <a:off x="159" y="-3579"/>
              <a:ext cx="420" cy="356"/>
            </a:xfrm>
            <a:prstGeom prst="rect">
              <a:avLst/>
            </a:prstGeom>
          </p:spPr>
        </p:pic>
        <p:sp>
          <p:nvSpPr>
            <p:cNvPr id="38" name="文本框 37"/>
            <p:cNvSpPr txBox="1"/>
            <p:nvPr/>
          </p:nvSpPr>
          <p:spPr>
            <a:xfrm>
              <a:off x="159" y="-3736"/>
              <a:ext cx="3039" cy="1028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pPr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   </a:t>
              </a:r>
              <a:r>
                <a:rPr lang="zh-CN" altLang="en-US" sz="140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本月关键成果</a:t>
              </a:r>
              <a:endPara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819150" y="1073150"/>
            <a:ext cx="10583545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b="1">
                <a:solidFill>
                  <a:srgbClr val="1D38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珊瑚生态从零孵化，完成整体规划形成重要迭代升级，打造生态机制规范，有序推进生态广场资源建设</a:t>
            </a:r>
            <a:endParaRPr lang="zh-CN" altLang="en-US" b="1">
              <a:solidFill>
                <a:srgbClr val="1D384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圆角矩形 13"/>
          <p:cNvSpPr/>
          <p:nvPr/>
        </p:nvSpPr>
        <p:spPr>
          <a:xfrm>
            <a:off x="206375" y="1233805"/>
            <a:ext cx="5709920" cy="5033645"/>
          </a:xfrm>
          <a:prstGeom prst="roundRect">
            <a:avLst>
              <a:gd name="adj" fmla="val 3989"/>
            </a:avLst>
          </a:prstGeom>
          <a:solidFill>
            <a:srgbClr val="E3E8F8">
              <a:alpha val="30000"/>
            </a:srgbClr>
          </a:solidFill>
          <a:ln w="25400" cap="flat">
            <a:noFill/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0965" y="80645"/>
            <a:ext cx="5894070" cy="423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6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一、珊瑚生态</a:t>
            </a:r>
            <a:r>
              <a:rPr lang="en-US" altLang="zh-CN" sz="216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sz="216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定位规划与能力建设</a:t>
            </a:r>
            <a:endParaRPr lang="zh-CN" altLang="en-US" sz="2160" b="1" i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655320"/>
            <a:ext cx="116259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206375" y="638175"/>
            <a:ext cx="8007985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n"/>
            </a:pPr>
            <a:r>
              <a:rPr lang="zh-CN" altLang="en-US">
                <a:solidFill>
                  <a:srgbClr val="1D38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珊瑚生态广场是所有资源建设的承载地，我们是如何开启地基建设的</a:t>
            </a:r>
            <a:endParaRPr lang="en-US" altLang="zh-CN">
              <a:solidFill>
                <a:srgbClr val="1D384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58" name="文本框 157"/>
          <p:cNvSpPr txBox="1"/>
          <p:nvPr/>
        </p:nvSpPr>
        <p:spPr>
          <a:xfrm>
            <a:off x="268605" y="2470785"/>
            <a:ext cx="1929765" cy="3714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测试环境资源</a:t>
            </a:r>
            <a:r>
              <a:rPr lang="zh-CN" altLang="en-US" sz="1400">
                <a:solidFill>
                  <a:srgbClr val="4209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建设</a:t>
            </a:r>
            <a:endParaRPr lang="zh-CN" altLang="en-US" sz="1400">
              <a:solidFill>
                <a:srgbClr val="4209F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pSp>
        <p:nvGrpSpPr>
          <p:cNvPr id="211" name="组合 210"/>
          <p:cNvGrpSpPr/>
          <p:nvPr/>
        </p:nvGrpSpPr>
        <p:grpSpPr>
          <a:xfrm>
            <a:off x="395605" y="2879725"/>
            <a:ext cx="5256530" cy="969645"/>
            <a:chOff x="10518" y="2575"/>
            <a:chExt cx="8278" cy="1527"/>
          </a:xfrm>
        </p:grpSpPr>
        <p:grpSp>
          <p:nvGrpSpPr>
            <p:cNvPr id="61" name="组合 60"/>
            <p:cNvGrpSpPr/>
            <p:nvPr>
              <p:custDataLst>
                <p:tags r:id="rId1"/>
              </p:custDataLst>
            </p:nvPr>
          </p:nvGrpSpPr>
          <p:grpSpPr>
            <a:xfrm>
              <a:off x="10518" y="2575"/>
              <a:ext cx="2119" cy="1527"/>
              <a:chOff x="10708" y="1975"/>
              <a:chExt cx="1865" cy="1527"/>
            </a:xfrm>
          </p:grpSpPr>
          <p:sp>
            <p:nvSpPr>
              <p:cNvPr id="6" name="Rectangle: Rounded Corners 2"/>
              <p:cNvSpPr/>
              <p:nvPr>
                <p:custDataLst>
                  <p:tags r:id="rId2"/>
                </p:custDataLst>
              </p:nvPr>
            </p:nvSpPr>
            <p:spPr>
              <a:xfrm>
                <a:off x="10708" y="1975"/>
                <a:ext cx="1865" cy="1527"/>
              </a:xfrm>
              <a:prstGeom prst="roundRect">
                <a:avLst>
                  <a:gd name="adj" fmla="val 14146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25400" dist="12700" dir="2700000" algn="ctr" rotWithShape="0">
                  <a:srgbClr val="000000">
                    <a:alpha val="15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7" name="Group 15"/>
              <p:cNvGrpSpPr/>
              <p:nvPr>
                <p:custDataLst>
                  <p:tags r:id="rId3"/>
                </p:custDataLst>
              </p:nvPr>
            </p:nvGrpSpPr>
            <p:grpSpPr>
              <a:xfrm>
                <a:off x="11062" y="2307"/>
                <a:ext cx="1415" cy="971"/>
                <a:chOff x="1505481" y="1348672"/>
                <a:chExt cx="1636046" cy="681943"/>
              </a:xfrm>
            </p:grpSpPr>
            <p:sp>
              <p:nvSpPr>
                <p:cNvPr id="19" name="TextBox 12"/>
                <p:cNvSpPr txBox="1"/>
                <p:nvPr>
                  <p:custDataLst>
                    <p:tags r:id="rId4"/>
                  </p:custDataLst>
                </p:nvPr>
              </p:nvSpPr>
              <p:spPr>
                <a:xfrm>
                  <a:off x="1588431" y="1348672"/>
                  <a:ext cx="1553096" cy="4073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tx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24</a:t>
                  </a:r>
                  <a:r>
                    <a:rPr lang="zh-CN" altLang="en-US" b="1" dirty="0">
                      <a:solidFill>
                        <a:schemeClr val="tx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个</a:t>
                  </a:r>
                  <a:endParaRPr lang="zh-CN" altLang="en-US" b="1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" name="TextBox 13"/>
                <p:cNvSpPr txBox="1"/>
                <p:nvPr>
                  <p:custDataLst>
                    <p:tags r:id="rId5"/>
                  </p:custDataLst>
                </p:nvPr>
              </p:nvSpPr>
              <p:spPr>
                <a:xfrm>
                  <a:off x="1505481" y="1691378"/>
                  <a:ext cx="1553096" cy="3392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tx1">
                          <a:alpha val="6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MCP</a:t>
                  </a:r>
                  <a:endParaRPr lang="en-US" sz="1400" dirty="0">
                    <a:solidFill>
                      <a:schemeClr val="tx1">
                        <a:alpha val="6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198" name="组合 197"/>
            <p:cNvGrpSpPr/>
            <p:nvPr>
              <p:custDataLst>
                <p:tags r:id="rId6"/>
              </p:custDataLst>
            </p:nvPr>
          </p:nvGrpSpPr>
          <p:grpSpPr>
            <a:xfrm>
              <a:off x="13246" y="2575"/>
              <a:ext cx="2119" cy="1527"/>
              <a:chOff x="10708" y="1975"/>
              <a:chExt cx="1865" cy="1527"/>
            </a:xfrm>
          </p:grpSpPr>
          <p:sp>
            <p:nvSpPr>
              <p:cNvPr id="199" name="Rectangle: Rounded Corners 2"/>
              <p:cNvSpPr/>
              <p:nvPr>
                <p:custDataLst>
                  <p:tags r:id="rId7"/>
                </p:custDataLst>
              </p:nvPr>
            </p:nvSpPr>
            <p:spPr>
              <a:xfrm>
                <a:off x="10708" y="1975"/>
                <a:ext cx="1865" cy="1527"/>
              </a:xfrm>
              <a:prstGeom prst="roundRect">
                <a:avLst>
                  <a:gd name="adj" fmla="val 14146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25400" dist="12700" dir="2700000" algn="ctr" rotWithShape="0">
                  <a:srgbClr val="000000">
                    <a:alpha val="15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00" name="Group 15"/>
              <p:cNvGrpSpPr/>
              <p:nvPr>
                <p:custDataLst>
                  <p:tags r:id="rId8"/>
                </p:custDataLst>
              </p:nvPr>
            </p:nvGrpSpPr>
            <p:grpSpPr>
              <a:xfrm>
                <a:off x="11082" y="2215"/>
                <a:ext cx="1457" cy="955"/>
                <a:chOff x="1529023" y="1284015"/>
                <a:chExt cx="1685914" cy="670718"/>
              </a:xfrm>
            </p:grpSpPr>
            <p:sp>
              <p:nvSpPr>
                <p:cNvPr id="201" name="TextBox 12"/>
                <p:cNvSpPr txBox="1"/>
                <p:nvPr>
                  <p:custDataLst>
                    <p:tags r:id="rId9"/>
                  </p:custDataLst>
                </p:nvPr>
              </p:nvSpPr>
              <p:spPr>
                <a:xfrm>
                  <a:off x="1661841" y="1284015"/>
                  <a:ext cx="1553096" cy="40734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tx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10</a:t>
                  </a:r>
                  <a:r>
                    <a:rPr lang="zh-CN" altLang="en-US" b="1" dirty="0">
                      <a:solidFill>
                        <a:schemeClr val="tx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个</a:t>
                  </a:r>
                  <a:endParaRPr lang="zh-CN" altLang="en-US" b="1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2" name="TextBox 13"/>
                <p:cNvSpPr txBox="1"/>
                <p:nvPr>
                  <p:custDataLst>
                    <p:tags r:id="rId10"/>
                  </p:custDataLst>
                </p:nvPr>
              </p:nvSpPr>
              <p:spPr>
                <a:xfrm>
                  <a:off x="1529023" y="1615237"/>
                  <a:ext cx="1553096" cy="3394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400" dirty="0">
                      <a:solidFill>
                        <a:schemeClr val="tx1">
                          <a:alpha val="6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插件</a:t>
                  </a:r>
                  <a:endParaRPr lang="zh-CN" altLang="en-US" sz="1400" dirty="0">
                    <a:solidFill>
                      <a:schemeClr val="tx1">
                        <a:alpha val="6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204" name="组合 203"/>
            <p:cNvGrpSpPr/>
            <p:nvPr>
              <p:custDataLst>
                <p:tags r:id="rId11"/>
              </p:custDataLst>
            </p:nvPr>
          </p:nvGrpSpPr>
          <p:grpSpPr>
            <a:xfrm>
              <a:off x="15974" y="2575"/>
              <a:ext cx="2822" cy="1527"/>
              <a:chOff x="10708" y="1975"/>
              <a:chExt cx="2484" cy="1527"/>
            </a:xfrm>
          </p:grpSpPr>
          <p:sp>
            <p:nvSpPr>
              <p:cNvPr id="205" name="Rectangle: Rounded Corners 2"/>
              <p:cNvSpPr/>
              <p:nvPr>
                <p:custDataLst>
                  <p:tags r:id="rId12"/>
                </p:custDataLst>
              </p:nvPr>
            </p:nvSpPr>
            <p:spPr>
              <a:xfrm>
                <a:off x="10708" y="1975"/>
                <a:ext cx="2484" cy="1527"/>
              </a:xfrm>
              <a:prstGeom prst="roundRect">
                <a:avLst>
                  <a:gd name="adj" fmla="val 14146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25400" dist="12700" dir="2700000" algn="ctr" rotWithShape="0">
                  <a:srgbClr val="000000">
                    <a:alpha val="15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06" name="Group 15"/>
              <p:cNvGrpSpPr/>
              <p:nvPr>
                <p:custDataLst>
                  <p:tags r:id="rId13"/>
                </p:custDataLst>
              </p:nvPr>
            </p:nvGrpSpPr>
            <p:grpSpPr>
              <a:xfrm>
                <a:off x="11065" y="2215"/>
                <a:ext cx="1937" cy="1010"/>
                <a:chOff x="1509962" y="1284015"/>
                <a:chExt cx="2240573" cy="709831"/>
              </a:xfrm>
            </p:grpSpPr>
            <p:sp>
              <p:nvSpPr>
                <p:cNvPr id="207" name="TextBox 12"/>
                <p:cNvSpPr txBox="1"/>
                <p:nvPr>
                  <p:custDataLst>
                    <p:tags r:id="rId14"/>
                  </p:custDataLst>
                </p:nvPr>
              </p:nvSpPr>
              <p:spPr>
                <a:xfrm>
                  <a:off x="1628769" y="1284015"/>
                  <a:ext cx="2121766" cy="4052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chemeClr val="tx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0</a:t>
                  </a:r>
                  <a:r>
                    <a:rPr lang="zh-CN" altLang="en-US" sz="1200" dirty="0">
                      <a:solidFill>
                        <a:schemeClr val="tx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个</a:t>
                  </a:r>
                  <a:r>
                    <a:rPr lang="en-US" altLang="zh-CN" sz="1200" dirty="0">
                      <a:solidFill>
                        <a:schemeClr val="tx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   </a:t>
                  </a:r>
                  <a:r>
                    <a:rPr lang="en-US" b="1" dirty="0">
                      <a:solidFill>
                        <a:schemeClr val="tx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33</a:t>
                  </a:r>
                  <a:r>
                    <a:rPr lang="zh-CN" altLang="en-US" b="1" dirty="0">
                      <a:solidFill>
                        <a:schemeClr val="tx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个</a:t>
                  </a:r>
                  <a:endParaRPr lang="zh-CN" altLang="en-US" b="1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8" name="TextBox 13"/>
                <p:cNvSpPr txBox="1"/>
                <p:nvPr>
                  <p:custDataLst>
                    <p:tags r:id="rId15"/>
                  </p:custDataLst>
                </p:nvPr>
              </p:nvSpPr>
              <p:spPr>
                <a:xfrm>
                  <a:off x="1509962" y="1654349"/>
                  <a:ext cx="1553096" cy="3394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tx1">
                          <a:alpha val="6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Skills</a:t>
                  </a:r>
                  <a:endParaRPr lang="en-US" sz="1400" dirty="0">
                    <a:solidFill>
                      <a:schemeClr val="tx1">
                        <a:alpha val="6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pic>
          <p:nvPicPr>
            <p:cNvPr id="210" name="图片 209" descr="上升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7066" y="2909"/>
              <a:ext cx="480" cy="480"/>
            </a:xfrm>
            <a:prstGeom prst="rect">
              <a:avLst/>
            </a:prstGeom>
          </p:spPr>
        </p:pic>
      </p:grpSp>
      <p:sp>
        <p:nvSpPr>
          <p:cNvPr id="212" name="文本框 211"/>
          <p:cNvSpPr txBox="1"/>
          <p:nvPr/>
        </p:nvSpPr>
        <p:spPr>
          <a:xfrm>
            <a:off x="283845" y="4152265"/>
            <a:ext cx="1929765" cy="3714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测试环境资源</a:t>
            </a:r>
            <a:r>
              <a:rPr lang="zh-CN" altLang="en-US" sz="14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迁移</a:t>
            </a:r>
            <a:endParaRPr lang="zh-CN" altLang="en-US" sz="140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pSp>
        <p:nvGrpSpPr>
          <p:cNvPr id="214" name="组合 213"/>
          <p:cNvGrpSpPr/>
          <p:nvPr>
            <p:custDataLst>
              <p:tags r:id="rId17"/>
            </p:custDataLst>
          </p:nvPr>
        </p:nvGrpSpPr>
        <p:grpSpPr>
          <a:xfrm rot="0">
            <a:off x="460375" y="4561205"/>
            <a:ext cx="2614295" cy="969645"/>
            <a:chOff x="10708" y="1975"/>
            <a:chExt cx="2706" cy="1527"/>
          </a:xfrm>
        </p:grpSpPr>
        <p:sp>
          <p:nvSpPr>
            <p:cNvPr id="215" name="Rectangle: Rounded Corners 2"/>
            <p:cNvSpPr/>
            <p:nvPr>
              <p:custDataLst>
                <p:tags r:id="rId18"/>
              </p:custDataLst>
            </p:nvPr>
          </p:nvSpPr>
          <p:spPr>
            <a:xfrm>
              <a:off x="10708" y="1975"/>
              <a:ext cx="2706" cy="1527"/>
            </a:xfrm>
            <a:prstGeom prst="roundRect">
              <a:avLst>
                <a:gd name="adj" fmla="val 14146"/>
              </a:avLst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25400" dist="12700" dir="2700000" algn="ctr" rotWithShape="0">
                <a:srgbClr val="000000">
                  <a:alpha val="1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16" name="Group 15"/>
            <p:cNvGrpSpPr/>
            <p:nvPr>
              <p:custDataLst>
                <p:tags r:id="rId19"/>
              </p:custDataLst>
            </p:nvPr>
          </p:nvGrpSpPr>
          <p:grpSpPr>
            <a:xfrm>
              <a:off x="11499" y="2229"/>
              <a:ext cx="1366" cy="926"/>
              <a:chOff x="2010745" y="1293892"/>
              <a:chExt cx="1579158" cy="650271"/>
            </a:xfrm>
          </p:grpSpPr>
          <p:sp>
            <p:nvSpPr>
              <p:cNvPr id="217" name="TextBox 12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2010745" y="1293892"/>
                <a:ext cx="1553096" cy="4073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65</a:t>
                </a:r>
                <a:r>
                  <a:rPr lang="zh-CN" altLang="en-US" b="1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</a:t>
                </a:r>
                <a:endParaRPr lang="zh-CN" altLang="en-US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8" name="TextBox 13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2036807" y="1604947"/>
                <a:ext cx="1553096" cy="339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tx1">
                        <a:alpha val="6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MCP</a:t>
                </a:r>
                <a:endParaRPr lang="en-US" sz="1400" dirty="0">
                  <a:solidFill>
                    <a:schemeClr val="tx1">
                      <a:alpha val="6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220" name="组合 219"/>
          <p:cNvGrpSpPr/>
          <p:nvPr>
            <p:custDataLst>
              <p:tags r:id="rId22"/>
            </p:custDataLst>
          </p:nvPr>
        </p:nvGrpSpPr>
        <p:grpSpPr>
          <a:xfrm rot="0">
            <a:off x="3299460" y="4563745"/>
            <a:ext cx="2408555" cy="969645"/>
            <a:chOff x="10708" y="1975"/>
            <a:chExt cx="2493" cy="1527"/>
          </a:xfrm>
        </p:grpSpPr>
        <p:sp>
          <p:nvSpPr>
            <p:cNvPr id="221" name="Rectangle: Rounded Corners 2"/>
            <p:cNvSpPr/>
            <p:nvPr>
              <p:custDataLst>
                <p:tags r:id="rId23"/>
              </p:custDataLst>
            </p:nvPr>
          </p:nvSpPr>
          <p:spPr>
            <a:xfrm>
              <a:off x="10708" y="1975"/>
              <a:ext cx="2493" cy="1527"/>
            </a:xfrm>
            <a:prstGeom prst="roundRect">
              <a:avLst>
                <a:gd name="adj" fmla="val 14146"/>
              </a:avLst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25400" dist="12700" dir="2700000" algn="ctr" rotWithShape="0">
                <a:srgbClr val="000000">
                  <a:alpha val="1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22" name="Group 15"/>
            <p:cNvGrpSpPr/>
            <p:nvPr>
              <p:custDataLst>
                <p:tags r:id="rId24"/>
              </p:custDataLst>
            </p:nvPr>
          </p:nvGrpSpPr>
          <p:grpSpPr>
            <a:xfrm>
              <a:off x="11408" y="2225"/>
              <a:ext cx="1416" cy="951"/>
              <a:chOff x="1906798" y="1291038"/>
              <a:chExt cx="1638367" cy="667845"/>
            </a:xfrm>
          </p:grpSpPr>
          <p:sp>
            <p:nvSpPr>
              <p:cNvPr id="223" name="TextBox 12"/>
              <p:cNvSpPr txBox="1"/>
              <p:nvPr>
                <p:custDataLst>
                  <p:tags r:id="rId25"/>
                </p:custDataLst>
              </p:nvPr>
            </p:nvSpPr>
            <p:spPr>
              <a:xfrm>
                <a:off x="1992069" y="1291038"/>
                <a:ext cx="1553096" cy="4073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183</a:t>
                </a:r>
                <a:r>
                  <a:rPr lang="zh-CN" altLang="en-US" b="1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</a:t>
                </a:r>
                <a:endParaRPr lang="zh-CN" altLang="en-US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4" name="TextBox 13"/>
              <p:cNvSpPr txBox="1"/>
              <p:nvPr>
                <p:custDataLst>
                  <p:tags r:id="rId26"/>
                </p:custDataLst>
              </p:nvPr>
            </p:nvSpPr>
            <p:spPr>
              <a:xfrm>
                <a:off x="1906798" y="1619661"/>
                <a:ext cx="1553096" cy="3392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dirty="0">
                    <a:solidFill>
                      <a:schemeClr val="tx1">
                        <a:alpha val="6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插件</a:t>
                </a:r>
                <a:endParaRPr lang="zh-CN" altLang="en-US" sz="1400" dirty="0">
                  <a:solidFill>
                    <a:schemeClr val="tx1">
                      <a:alpha val="6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275" name="文本框 274"/>
          <p:cNvSpPr txBox="1"/>
          <p:nvPr>
            <p:custDataLst>
              <p:tags r:id="rId27"/>
            </p:custDataLst>
          </p:nvPr>
        </p:nvSpPr>
        <p:spPr>
          <a:xfrm>
            <a:off x="421640" y="5812155"/>
            <a:ext cx="229235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Autofit/>
          </a:bodyPr>
          <a:lstStyle/>
          <a:p>
            <a: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数据统计时间：</a:t>
            </a:r>
            <a:r>
              <a: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03/01-</a:t>
            </a:r>
            <a:r>
              <a: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04/09</a:t>
            </a:r>
            <a:endParaRPr lang="zh-CN" altLang="en-US" sz="120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8" name="图片 7" descr="10787481763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60375" y="3121025"/>
            <a:ext cx="417195" cy="417195"/>
          </a:xfrm>
          <a:prstGeom prst="rect">
            <a:avLst/>
          </a:prstGeom>
        </p:spPr>
      </p:pic>
      <p:pic>
        <p:nvPicPr>
          <p:cNvPr id="9" name="图片 8" descr="网络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241550" y="3121025"/>
            <a:ext cx="369570" cy="369570"/>
          </a:xfrm>
          <a:prstGeom prst="rect">
            <a:avLst/>
          </a:prstGeom>
        </p:spPr>
      </p:pic>
      <p:pic>
        <p:nvPicPr>
          <p:cNvPr id="11" name="图片 10" descr="机器学习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3988435" y="3162935"/>
            <a:ext cx="369570" cy="369570"/>
          </a:xfrm>
          <a:prstGeom prst="rect">
            <a:avLst/>
          </a:prstGeom>
        </p:spPr>
      </p:pic>
      <p:pic>
        <p:nvPicPr>
          <p:cNvPr id="12" name="图片 11" descr="10787481763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117600" y="4774565"/>
            <a:ext cx="417195" cy="417195"/>
          </a:xfrm>
          <a:prstGeom prst="rect">
            <a:avLst/>
          </a:prstGeom>
        </p:spPr>
      </p:pic>
      <p:pic>
        <p:nvPicPr>
          <p:cNvPr id="13" name="图片 12" descr="网络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3930015" y="4722495"/>
            <a:ext cx="369570" cy="369570"/>
          </a:xfrm>
          <a:prstGeom prst="rect">
            <a:avLst/>
          </a:prstGeom>
        </p:spPr>
      </p:pic>
      <p:sp>
        <p:nvSpPr>
          <p:cNvPr id="15" name="圆角矩形 14"/>
          <p:cNvSpPr/>
          <p:nvPr/>
        </p:nvSpPr>
        <p:spPr>
          <a:xfrm>
            <a:off x="360680" y="1347470"/>
            <a:ext cx="93345" cy="239395"/>
          </a:xfrm>
          <a:prstGeom prst="roundRect">
            <a:avLst/>
          </a:prstGeom>
          <a:solidFill>
            <a:srgbClr val="4209F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标题"/>
          <p:cNvSpPr txBox="1"/>
          <p:nvPr>
            <p:custDataLst>
              <p:tags r:id="rId39"/>
            </p:custDataLst>
          </p:nvPr>
        </p:nvSpPr>
        <p:spPr>
          <a:xfrm>
            <a:off x="574675" y="1274445"/>
            <a:ext cx="2661285" cy="32893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 lvl="0" algn="just">
              <a:lnSpc>
                <a:spcPct val="120000"/>
              </a:lnSpc>
              <a:buClrTx/>
              <a:buSzTx/>
              <a:buFontTx/>
            </a:pPr>
            <a:r>
              <a:rPr lang="zh-CN" altLang="en-US" sz="1400" dirty="0">
                <a:solidFill>
                  <a:srgbClr val="4209FB"/>
                </a:solidFill>
                <a:uFillTx/>
                <a:latin typeface="微软雅黑" panose="020B0503020204020204" pitchFamily="34" charset="-122"/>
                <a:sym typeface="微软雅黑" panose="020B0503020204020204" pitchFamily="34" charset="-122"/>
              </a:rPr>
              <a:t>珊瑚生态资源建设数据展示</a:t>
            </a:r>
            <a:endParaRPr lang="zh-CN" altLang="en-US" sz="1400" dirty="0">
              <a:solidFill>
                <a:srgbClr val="4209FB"/>
              </a:solidFill>
              <a:uFillTx/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421640" y="1875155"/>
            <a:ext cx="5067200" cy="365760"/>
            <a:chOff x="2144" y="2703"/>
            <a:chExt cx="11292" cy="942"/>
          </a:xfrm>
        </p:grpSpPr>
        <p:sp>
          <p:nvSpPr>
            <p:cNvPr id="36" name="文本框 35"/>
            <p:cNvSpPr txBox="1"/>
            <p:nvPr>
              <p:custDataLst>
                <p:tags r:id="rId40"/>
              </p:custDataLst>
            </p:nvPr>
          </p:nvSpPr>
          <p:spPr>
            <a:xfrm>
              <a:off x="2144" y="2703"/>
              <a:ext cx="2107" cy="942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noAutofit/>
            </a:bodyPr>
            <a:lstStyle/>
            <a:p>
              <a:pPr indent="0" algn="l">
                <a:buFont typeface="Wingdings" panose="05000000000000000000" charset="0"/>
                <a:buNone/>
              </a:pPr>
              <a:r>
                <a:rPr lang="zh-CN" altLang="en-US" sz="1400" b="1">
                  <a:solidFill>
                    <a:srgbClr val="0722A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资源划分</a:t>
              </a:r>
              <a:endParaRPr lang="zh-CN" altLang="en-US" sz="1400" b="1">
                <a:solidFill>
                  <a:srgbClr val="0722A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文本框 37"/>
            <p:cNvSpPr txBox="1"/>
            <p:nvPr>
              <p:custDataLst>
                <p:tags r:id="rId41"/>
              </p:custDataLst>
            </p:nvPr>
          </p:nvSpPr>
          <p:spPr>
            <a:xfrm>
              <a:off x="5293" y="2703"/>
              <a:ext cx="1759" cy="942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noAutofit/>
            </a:bodyPr>
            <a:lstStyle/>
            <a:p>
              <a:pPr indent="0" algn="l">
                <a:buFont typeface="Wingdings" panose="05000000000000000000" charset="0"/>
                <a:buNone/>
              </a:pPr>
              <a:r>
                <a:rPr lang="zh-CN" altLang="en-US" sz="1400" b="1">
                  <a:solidFill>
                    <a:srgbClr val="0722A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分类对应</a:t>
              </a:r>
              <a:endParaRPr lang="zh-CN" altLang="en-US" sz="1400" b="1">
                <a:solidFill>
                  <a:srgbClr val="0722A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文本框 38"/>
            <p:cNvSpPr txBox="1"/>
            <p:nvPr>
              <p:custDataLst>
                <p:tags r:id="rId42"/>
              </p:custDataLst>
            </p:nvPr>
          </p:nvSpPr>
          <p:spPr>
            <a:xfrm>
              <a:off x="8603" y="2703"/>
              <a:ext cx="1592" cy="942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noAutofit/>
            </a:bodyPr>
            <a:lstStyle/>
            <a:p>
              <a:pPr indent="0" algn="l">
                <a:buFont typeface="Wingdings" panose="05000000000000000000" charset="0"/>
                <a:buNone/>
              </a:pPr>
              <a:r>
                <a:rPr lang="zh-CN" altLang="en-US" sz="1400" b="1">
                  <a:solidFill>
                    <a:srgbClr val="0722A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资源建设</a:t>
              </a:r>
              <a:endParaRPr lang="zh-CN" altLang="en-US" sz="1400" b="1">
                <a:solidFill>
                  <a:srgbClr val="0722A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文本框 39"/>
            <p:cNvSpPr txBox="1"/>
            <p:nvPr>
              <p:custDataLst>
                <p:tags r:id="rId43"/>
              </p:custDataLst>
            </p:nvPr>
          </p:nvSpPr>
          <p:spPr>
            <a:xfrm>
              <a:off x="11798" y="2703"/>
              <a:ext cx="1638" cy="942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noAutofit/>
            </a:bodyPr>
            <a:lstStyle/>
            <a:p>
              <a:pPr indent="0" algn="l">
                <a:buFont typeface="Wingdings" panose="05000000000000000000" charset="0"/>
                <a:buNone/>
              </a:pPr>
              <a:r>
                <a:rPr lang="zh-CN" altLang="en-US" sz="1400" b="1">
                  <a:solidFill>
                    <a:srgbClr val="0722A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资源迁移</a:t>
              </a:r>
              <a:endParaRPr lang="zh-CN" altLang="en-US" sz="1400" b="1">
                <a:solidFill>
                  <a:srgbClr val="0722A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1" name="直接箭头连接符 40"/>
            <p:cNvCxnSpPr/>
            <p:nvPr/>
          </p:nvCxnSpPr>
          <p:spPr>
            <a:xfrm>
              <a:off x="3952" y="3406"/>
              <a:ext cx="1148" cy="0"/>
            </a:xfrm>
            <a:prstGeom prst="straightConnector1">
              <a:avLst/>
            </a:prstGeom>
            <a:ln w="6350" cap="flat" cmpd="sng" algn="ctr">
              <a:solidFill>
                <a:schemeClr val="accent1"/>
              </a:solidFill>
              <a:prstDash val="dash"/>
              <a:miter lim="800000"/>
              <a:tailEnd type="arrow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3" name="直接箭头连接符 42"/>
            <p:cNvCxnSpPr/>
            <p:nvPr/>
          </p:nvCxnSpPr>
          <p:spPr>
            <a:xfrm>
              <a:off x="7232" y="3406"/>
              <a:ext cx="1192" cy="0"/>
            </a:xfrm>
            <a:prstGeom prst="straightConnector1">
              <a:avLst/>
            </a:prstGeom>
            <a:ln w="6350" cap="flat" cmpd="sng" algn="ctr">
              <a:solidFill>
                <a:schemeClr val="accent1"/>
              </a:solidFill>
              <a:prstDash val="dash"/>
              <a:miter lim="800000"/>
              <a:tailEnd type="arrow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" name="直接箭头连接符 43"/>
            <p:cNvCxnSpPr/>
            <p:nvPr/>
          </p:nvCxnSpPr>
          <p:spPr>
            <a:xfrm>
              <a:off x="10574" y="3406"/>
              <a:ext cx="1000" cy="0"/>
            </a:xfrm>
            <a:prstGeom prst="straightConnector1">
              <a:avLst/>
            </a:prstGeom>
            <a:ln w="6350" cap="flat" cmpd="sng" algn="ctr">
              <a:solidFill>
                <a:schemeClr val="accent1"/>
              </a:solidFill>
              <a:prstDash val="dash"/>
              <a:miter lim="800000"/>
              <a:tailEnd type="arrow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5" name="组合 4"/>
          <p:cNvGrpSpPr/>
          <p:nvPr/>
        </p:nvGrpSpPr>
        <p:grpSpPr>
          <a:xfrm>
            <a:off x="5975350" y="1233805"/>
            <a:ext cx="6215380" cy="5034280"/>
            <a:chOff x="9410" y="1943"/>
            <a:chExt cx="9788" cy="7928"/>
          </a:xfrm>
        </p:grpSpPr>
        <p:sp>
          <p:nvSpPr>
            <p:cNvPr id="53" name="圆角矩形 52"/>
            <p:cNvSpPr/>
            <p:nvPr/>
          </p:nvSpPr>
          <p:spPr>
            <a:xfrm>
              <a:off x="9410" y="1943"/>
              <a:ext cx="9789" cy="7928"/>
            </a:xfrm>
            <a:prstGeom prst="roundRect">
              <a:avLst>
                <a:gd name="adj" fmla="val 3989"/>
              </a:avLst>
            </a:prstGeom>
            <a:solidFill>
              <a:srgbClr val="E3E8F8">
                <a:alpha val="30000"/>
              </a:srgbClr>
            </a:solidFill>
            <a:ln w="25400" cap="flat">
              <a:noFill/>
              <a:prstDash val="solid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fromWordArt="0" anchor="ctr" anchorCtr="0" forceAA="0" compatLnSpc="1">
              <a:noAutofit/>
            </a:bodyPr>
            <a:lstStyle/>
            <a:p>
              <a:pPr lvl="0" algn="l" hangingPunct="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endParaRPr lang="zh-CN" altLang="en-US">
                <a:ln>
                  <a:noFill/>
                </a:ln>
                <a:solidFill>
                  <a:srgbClr val="000000"/>
                </a:solidFill>
                <a:effectLst/>
                <a:uFillTx/>
                <a:sym typeface="等线" panose="02010600030101010101" charset="-122"/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9769" y="2943"/>
              <a:ext cx="8915" cy="4576"/>
              <a:chOff x="1277" y="2015"/>
              <a:chExt cx="11176" cy="5736"/>
            </a:xfrm>
          </p:grpSpPr>
          <p:pic>
            <p:nvPicPr>
              <p:cNvPr id="10" name="图片 9"/>
              <p:cNvPicPr>
                <a:picLocks noChangeAspect="1"/>
              </p:cNvPicPr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277" y="2015"/>
                <a:ext cx="11177" cy="5736"/>
              </a:xfrm>
              <a:prstGeom prst="rect">
                <a:avLst/>
              </a:prstGeom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7" name="圆角矩形 16"/>
              <p:cNvSpPr/>
              <p:nvPr/>
            </p:nvSpPr>
            <p:spPr>
              <a:xfrm>
                <a:off x="1277" y="5694"/>
                <a:ext cx="548" cy="486"/>
              </a:xfrm>
              <a:prstGeom prst="roundRect">
                <a:avLst/>
              </a:prstGeom>
              <a:noFill/>
              <a:ln w="28575">
                <a:solidFill>
                  <a:srgbClr val="FF0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8" name="圆角矩形 17"/>
              <p:cNvSpPr/>
              <p:nvPr/>
            </p:nvSpPr>
            <p:spPr>
              <a:xfrm>
                <a:off x="2376" y="3319"/>
                <a:ext cx="2032" cy="378"/>
              </a:xfrm>
              <a:prstGeom prst="roundRect">
                <a:avLst/>
              </a:prstGeom>
              <a:noFill/>
              <a:ln w="28575">
                <a:solidFill>
                  <a:srgbClr val="FF0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34" name="文本框 33"/>
            <p:cNvSpPr txBox="1"/>
            <p:nvPr>
              <p:custDataLst>
                <p:tags r:id="rId45"/>
              </p:custDataLst>
            </p:nvPr>
          </p:nvSpPr>
          <p:spPr>
            <a:xfrm>
              <a:off x="10042" y="8600"/>
              <a:ext cx="8971" cy="558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noAutofit/>
            </a:bodyPr>
            <a:lstStyle/>
            <a:p>
              <a:pPr indent="0" algn="l">
                <a:buNone/>
              </a:pPr>
              <a:r>
                <a:rPr lang="en-US" altLang="zh-CN" sz="1400">
                  <a:solidFill>
                    <a:srgbClr val="4209F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MCP</a:t>
              </a:r>
              <a:r>
                <a:rPr lang="zh-CN" altLang="en-US" sz="1400">
                  <a:solidFill>
                    <a:srgbClr val="4209F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广场</a:t>
              </a:r>
              <a:r>
                <a:rPr lang="en-US" altLang="zh-CN" sz="1400">
                  <a:solidFill>
                    <a:srgbClr val="4209F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+</a:t>
              </a:r>
              <a:r>
                <a:rPr lang="zh-CN" altLang="en-US" sz="1400">
                  <a:solidFill>
                    <a:srgbClr val="4209F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插件广场</a:t>
              </a:r>
              <a:r>
                <a:rPr lang="en-US" altLang="zh-CN" sz="1400">
                  <a:solidFill>
                    <a:srgbClr val="4209F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+Skills</a:t>
              </a:r>
              <a:r>
                <a:rPr lang="zh-CN" altLang="en-US" sz="1400">
                  <a:solidFill>
                    <a:srgbClr val="4209F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广场</a:t>
              </a:r>
              <a:r>
                <a:rPr lang="en-US" altLang="zh-CN" sz="1400">
                  <a:solidFill>
                    <a:srgbClr val="1D384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+</a:t>
              </a:r>
              <a:r>
                <a:rPr lang="zh-CN" altLang="en-US" sz="1400">
                  <a:solidFill>
                    <a:srgbClr val="1D384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提示词广场</a:t>
              </a:r>
              <a:r>
                <a:rPr lang="en-US" altLang="zh-CN" sz="1400">
                  <a:solidFill>
                    <a:srgbClr val="1D384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+</a:t>
              </a:r>
              <a:r>
                <a:rPr lang="zh-CN" altLang="en-US" sz="1400">
                  <a:solidFill>
                    <a:srgbClr val="1D384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应用广场</a:t>
              </a:r>
              <a:r>
                <a:rPr lang="en-US" altLang="zh-CN" sz="1400">
                  <a:solidFill>
                    <a:srgbClr val="1D384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+</a:t>
              </a:r>
              <a:r>
                <a:rPr lang="zh-CN" altLang="en-US" sz="1400">
                  <a:solidFill>
                    <a:srgbClr val="1D384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模型广场</a:t>
              </a:r>
              <a:endParaRPr lang="en-US" altLang="zh-CN" sz="1400">
                <a:solidFill>
                  <a:srgbClr val="1D384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2" name="椭圆 191"/>
            <p:cNvSpPr/>
            <p:nvPr/>
          </p:nvSpPr>
          <p:spPr>
            <a:xfrm>
              <a:off x="9769" y="4746"/>
              <a:ext cx="1440" cy="1440"/>
            </a:xfrm>
            <a:prstGeom prst="ellipse">
              <a:avLst/>
            </a:prstGeom>
            <a:blipFill rotWithShape="1">
              <a:blip r:embed="rId46"/>
              <a:stretch>
                <a:fillRect/>
              </a:stretch>
            </a:blipFill>
            <a:ln w="28575"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193" name="文本框 192"/>
            <p:cNvSpPr txBox="1"/>
            <p:nvPr>
              <p:custDataLst>
                <p:tags r:id="rId47"/>
              </p:custDataLst>
            </p:nvPr>
          </p:nvSpPr>
          <p:spPr>
            <a:xfrm>
              <a:off x="12936" y="7905"/>
              <a:ext cx="2559" cy="558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noAutofit/>
            </a:bodyPr>
            <a:lstStyle/>
            <a:p>
              <a:pPr indent="0" algn="l">
                <a:buNone/>
              </a:pPr>
              <a:r>
                <a:rPr lang="zh-CN" b="1">
                  <a:solidFill>
                    <a:srgbClr val="1D384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珊瑚生态是什么</a:t>
              </a:r>
              <a:endParaRPr lang="zh-CN" b="1">
                <a:solidFill>
                  <a:srgbClr val="1D384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7" name="圆角矩形 276"/>
            <p:cNvSpPr/>
            <p:nvPr/>
          </p:nvSpPr>
          <p:spPr>
            <a:xfrm>
              <a:off x="11386" y="3172"/>
              <a:ext cx="7069" cy="4048"/>
            </a:xfrm>
            <a:prstGeom prst="roundRect">
              <a:avLst/>
            </a:prstGeom>
            <a:blipFill rotWithShape="1">
              <a:blip r:embed="rId48"/>
              <a:stretch>
                <a:fillRect/>
              </a:stretch>
            </a:blipFill>
            <a:ln w="28575"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6" name="圆角矩形 45"/>
            <p:cNvSpPr/>
            <p:nvPr/>
          </p:nvSpPr>
          <p:spPr>
            <a:xfrm>
              <a:off x="9769" y="2237"/>
              <a:ext cx="147" cy="377"/>
            </a:xfrm>
            <a:prstGeom prst="roundRect">
              <a:avLst/>
            </a:prstGeom>
            <a:solidFill>
              <a:srgbClr val="4209F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标题"/>
            <p:cNvSpPr txBox="1"/>
            <p:nvPr>
              <p:custDataLst>
                <p:tags r:id="rId49"/>
              </p:custDataLst>
            </p:nvPr>
          </p:nvSpPr>
          <p:spPr>
            <a:xfrm>
              <a:off x="10106" y="2122"/>
              <a:ext cx="4191" cy="518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9pPr>
            </a:lstStyle>
            <a:p>
              <a:pPr lvl="0" algn="just">
                <a:lnSpc>
                  <a:spcPct val="120000"/>
                </a:lnSpc>
                <a:buClrTx/>
                <a:buSzTx/>
                <a:buFontTx/>
              </a:pPr>
              <a:r>
                <a:rPr lang="zh-CN" altLang="en-US" sz="1400" dirty="0">
                  <a:solidFill>
                    <a:srgbClr val="4209FB"/>
                  </a:solidFill>
                  <a:uFillTx/>
                  <a:latin typeface="微软雅黑" panose="020B0503020204020204" pitchFamily="34" charset="-122"/>
                  <a:sym typeface="微软雅黑" panose="020B0503020204020204" pitchFamily="34" charset="-122"/>
                </a:rPr>
                <a:t>珊瑚生态资源建设广场</a:t>
              </a:r>
              <a:endParaRPr lang="zh-CN" altLang="en-US" sz="1400" dirty="0">
                <a:solidFill>
                  <a:srgbClr val="4209FB"/>
                </a:solidFill>
                <a:uFillTx/>
                <a:latin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0965" y="80645"/>
            <a:ext cx="5894070" cy="423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6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一、珊瑚生态</a:t>
            </a:r>
            <a:r>
              <a:rPr lang="en-US" altLang="zh-CN" sz="216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sz="216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定位规划与能力建设</a:t>
            </a:r>
            <a:endParaRPr lang="zh-CN" altLang="en-US" sz="2160" b="1" i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655320"/>
            <a:ext cx="116259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" name="文本框 275"/>
          <p:cNvSpPr txBox="1"/>
          <p:nvPr/>
        </p:nvSpPr>
        <p:spPr>
          <a:xfrm>
            <a:off x="222885" y="643255"/>
            <a:ext cx="5772785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n"/>
            </a:pPr>
            <a:r>
              <a:rPr lang="zh-CN" altLang="en-US" kern="0" dirty="0">
                <a:ln>
                  <a:noFill/>
                  <a:prstDash val="sysDot"/>
                </a:ln>
                <a:solidFill>
                  <a:srgbClr val="1D384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聚焦通用能力建设的第一步，</a:t>
            </a:r>
            <a:r>
              <a:rPr lang="zh-CN">
                <a:solidFill>
                  <a:srgbClr val="1D38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提取</a:t>
            </a:r>
            <a:r>
              <a:rPr lang="zh-CN" altLang="en-US">
                <a:solidFill>
                  <a:srgbClr val="1D38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内外部优质</a:t>
            </a:r>
            <a:r>
              <a:rPr lang="en-US" altLang="zh-CN">
                <a:solidFill>
                  <a:srgbClr val="1D38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Skill</a:t>
            </a:r>
            <a:endParaRPr lang="en-US" altLang="zh-CN">
              <a:solidFill>
                <a:srgbClr val="1D384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9" name="AutoShape 4"/>
          <p:cNvSpPr/>
          <p:nvPr>
            <p:custDataLst>
              <p:tags r:id="rId1"/>
            </p:custDataLst>
          </p:nvPr>
        </p:nvSpPr>
        <p:spPr>
          <a:xfrm>
            <a:off x="583565" y="1328420"/>
            <a:ext cx="10988675" cy="635000"/>
          </a:xfrm>
          <a:prstGeom prst="roundRect">
            <a:avLst>
              <a:gd name="adj" fmla="val 16000"/>
            </a:avLst>
          </a:prstGeom>
          <a:solidFill>
            <a:srgbClr val="E3E8F8">
              <a:alpha val="30000"/>
            </a:srgbClr>
          </a:solidFill>
          <a:ln w="25400" cap="flat">
            <a:noFill/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fromWordArt="0" anchor="ctr" anchorCtr="0" forceAA="0" compatLnSpc="1">
            <a:noAutofit/>
          </a:bodyPr>
          <a:lstStyle/>
          <a:p>
            <a:pPr lvl="0" algn="l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>
              <a:ln>
                <a:noFill/>
              </a:ln>
              <a:solidFill>
                <a:srgbClr val="000000"/>
              </a:solidFill>
              <a:effectLst/>
              <a:uFillTx/>
              <a:sym typeface="+mn-ea"/>
            </a:endParaRPr>
          </a:p>
        </p:txBody>
      </p:sp>
      <p:sp>
        <p:nvSpPr>
          <p:cNvPr id="11" name="AutoShape 5"/>
          <p:cNvSpPr/>
          <p:nvPr>
            <p:custDataLst>
              <p:tags r:id="rId2"/>
            </p:custDataLst>
          </p:nvPr>
        </p:nvSpPr>
        <p:spPr>
          <a:xfrm>
            <a:off x="3139440" y="1329055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/>
              </a:rPr>
              <a:t>引入外部Skill：</a:t>
            </a:r>
            <a:r>
              <a:rPr lang="en-US" sz="1600" b="1">
                <a:solidFill>
                  <a:srgbClr val="4209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/>
              </a:rPr>
              <a:t>25</a:t>
            </a:r>
            <a:r>
              <a:rPr lang="en-US" sz="160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/>
              </a:rPr>
              <a:t>个 </a:t>
            </a:r>
            <a:endParaRPr 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12" name="Connector 6"/>
          <p:cNvCxnSpPr/>
          <p:nvPr>
            <p:custDataLst>
              <p:tags r:id="rId3"/>
            </p:custDataLst>
          </p:nvPr>
        </p:nvCxnSpPr>
        <p:spPr>
          <a:xfrm rot="5228255">
            <a:off x="4079240" y="1639729"/>
            <a:ext cx="25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7"/>
          <p:cNvSpPr/>
          <p:nvPr>
            <p:custDataLst>
              <p:tags r:id="rId4"/>
            </p:custDataLst>
          </p:nvPr>
        </p:nvSpPr>
        <p:spPr>
          <a:xfrm>
            <a:off x="6456680" y="1329055"/>
            <a:ext cx="2935605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6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/>
              </a:rPr>
              <a:t>覆盖</a:t>
            </a:r>
            <a:r>
              <a:rPr lang="en-US" sz="16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/>
              </a:rPr>
              <a:t>：</a:t>
            </a:r>
            <a:r>
              <a:rPr lang="en-US" sz="1600" b="1" i="0" u="none" strike="noStrike">
                <a:solidFill>
                  <a:srgbClr val="4209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/>
              </a:rPr>
              <a:t>3</a:t>
            </a:r>
            <a:r>
              <a:rPr lang="zh-CN" altLang="en-US" sz="16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/>
              </a:rPr>
              <a:t>大场景</a:t>
            </a:r>
            <a:r>
              <a:rPr lang="en-US" sz="16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/>
              </a:rPr>
              <a:t> 、</a:t>
            </a:r>
            <a:r>
              <a:rPr lang="en-US" sz="1600" b="1" i="0" u="none" strike="noStrike">
                <a:solidFill>
                  <a:srgbClr val="4209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/>
              </a:rPr>
              <a:t>8</a:t>
            </a:r>
            <a:r>
              <a:rPr lang="zh-CN" altLang="en-US" sz="16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/>
              </a:rPr>
              <a:t>大分类</a:t>
            </a:r>
            <a:endParaRPr lang="zh-CN" altLang="en-US" sz="1600" b="0" i="0" u="none" strike="noStrike">
              <a:solidFill>
                <a:srgbClr val="4B55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/>
            </a:endParaRPr>
          </a:p>
        </p:txBody>
      </p:sp>
      <p:cxnSp>
        <p:nvCxnSpPr>
          <p:cNvPr id="14" name="Connector 8"/>
          <p:cNvCxnSpPr/>
          <p:nvPr>
            <p:custDataLst>
              <p:tags r:id="rId5"/>
            </p:custDataLst>
          </p:nvPr>
        </p:nvCxnSpPr>
        <p:spPr>
          <a:xfrm rot="5228255">
            <a:off x="7889240" y="1639729"/>
            <a:ext cx="25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9"/>
          <p:cNvSpPr/>
          <p:nvPr>
            <p:custDataLst>
              <p:tags r:id="rId6"/>
            </p:custDataLst>
          </p:nvPr>
        </p:nvSpPr>
        <p:spPr>
          <a:xfrm>
            <a:off x="8965565" y="1328420"/>
            <a:ext cx="2479675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6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/>
              </a:rPr>
              <a:t>初期</a:t>
            </a:r>
            <a:r>
              <a:rPr lang="en-US" sz="16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/>
              </a:rPr>
              <a:t>贡献者：</a:t>
            </a:r>
            <a:r>
              <a:rPr lang="en-US" sz="1600" b="1" i="0" u="none" strike="noStrike">
                <a:solidFill>
                  <a:srgbClr val="4209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/>
              </a:rPr>
              <a:t>5</a:t>
            </a:r>
            <a:r>
              <a:rPr lang="en-US" sz="16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/>
              </a:rPr>
              <a:t>人 </a:t>
            </a:r>
            <a:endParaRPr 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66775" y="1467485"/>
            <a:ext cx="280098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>
              <a:lnSpc>
                <a:spcPct val="125000"/>
              </a:lnSpc>
              <a:defRPr/>
            </a:pPr>
            <a:r>
              <a:rPr lang="zh-CN" altLang="en-US" sz="160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/>
              </a:rPr>
              <a:t>内部提炼</a:t>
            </a:r>
            <a:r>
              <a:rPr lang="en-US" sz="160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/>
              </a:rPr>
              <a:t>Skill：</a:t>
            </a:r>
            <a:r>
              <a:rPr lang="en-US" sz="1600" b="1">
                <a:solidFill>
                  <a:srgbClr val="4209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/>
              </a:rPr>
              <a:t>8</a:t>
            </a:r>
            <a:r>
              <a:rPr lang="en-US" sz="160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/>
              </a:rPr>
              <a:t>个 </a:t>
            </a:r>
            <a:endParaRPr lang="en-US" altLang="en-US" sz="1600">
              <a:solidFill>
                <a:srgbClr val="4B55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/>
            </a:endParaRPr>
          </a:p>
        </p:txBody>
      </p:sp>
      <p:sp>
        <p:nvSpPr>
          <p:cNvPr id="5" name="任意多边形: 形状 9"/>
          <p:cNvSpPr/>
          <p:nvPr>
            <p:custDataLst>
              <p:tags r:id="rId7"/>
            </p:custDataLst>
          </p:nvPr>
        </p:nvSpPr>
        <p:spPr>
          <a:xfrm>
            <a:off x="3348991" y="2059623"/>
            <a:ext cx="2674620" cy="3479165"/>
          </a:xfrm>
          <a:prstGeom prst="roundRect">
            <a:avLst>
              <a:gd name="adj" fmla="val 1495"/>
            </a:avLst>
          </a:prstGeom>
          <a:gradFill>
            <a:gsLst>
              <a:gs pos="0">
                <a:srgbClr val="376FFF">
                  <a:alpha val="20000"/>
                </a:srgbClr>
              </a:gs>
              <a:gs pos="65000">
                <a:srgbClr val="376FFF">
                  <a:alpha val="0"/>
                </a:srgbClr>
              </a:gs>
            </a:gsLst>
            <a:lin ang="5400000" scaled="0"/>
          </a:gradFill>
          <a:ln w="872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ym typeface="微软雅黑" panose="020B0503020204020204" pitchFamily="34" charset="-122"/>
            </a:endParaRPr>
          </a:p>
        </p:txBody>
      </p:sp>
      <p:sp>
        <p:nvSpPr>
          <p:cNvPr id="6" name="任意多边形: 形状 9"/>
          <p:cNvSpPr/>
          <p:nvPr>
            <p:custDataLst>
              <p:tags r:id="rId8"/>
            </p:custDataLst>
          </p:nvPr>
        </p:nvSpPr>
        <p:spPr>
          <a:xfrm>
            <a:off x="583565" y="2059623"/>
            <a:ext cx="2674620" cy="4640400"/>
          </a:xfrm>
          <a:prstGeom prst="roundRect">
            <a:avLst>
              <a:gd name="adj" fmla="val 1495"/>
            </a:avLst>
          </a:prstGeom>
          <a:gradFill>
            <a:gsLst>
              <a:gs pos="0">
                <a:srgbClr val="376FFF">
                  <a:alpha val="20000"/>
                </a:srgbClr>
              </a:gs>
              <a:gs pos="65000">
                <a:srgbClr val="376FFF">
                  <a:alpha val="0"/>
                </a:srgbClr>
              </a:gs>
            </a:gsLst>
            <a:lin ang="5400000" scaled="0"/>
          </a:gradFill>
          <a:ln w="872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ym typeface="微软雅黑" panose="020B0503020204020204" pitchFamily="34" charset="-122"/>
            </a:endParaRPr>
          </a:p>
        </p:txBody>
      </p:sp>
      <p:sp>
        <p:nvSpPr>
          <p:cNvPr id="7" name="任意多边形: 形状 9"/>
          <p:cNvSpPr/>
          <p:nvPr>
            <p:custDataLst>
              <p:tags r:id="rId9"/>
            </p:custDataLst>
          </p:nvPr>
        </p:nvSpPr>
        <p:spPr>
          <a:xfrm>
            <a:off x="6114416" y="2059623"/>
            <a:ext cx="2674620" cy="3479165"/>
          </a:xfrm>
          <a:prstGeom prst="roundRect">
            <a:avLst>
              <a:gd name="adj" fmla="val 1495"/>
            </a:avLst>
          </a:prstGeom>
          <a:gradFill>
            <a:gsLst>
              <a:gs pos="0">
                <a:srgbClr val="376FFF">
                  <a:alpha val="20000"/>
                </a:srgbClr>
              </a:gs>
              <a:gs pos="65000">
                <a:srgbClr val="376FFF">
                  <a:alpha val="0"/>
                </a:srgbClr>
              </a:gs>
            </a:gsLst>
            <a:lin ang="5400000" scaled="0"/>
          </a:gradFill>
          <a:ln w="872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ym typeface="微软雅黑" panose="020B0503020204020204" pitchFamily="34" charset="-122"/>
            </a:endParaRPr>
          </a:p>
        </p:txBody>
      </p:sp>
      <p:sp>
        <p:nvSpPr>
          <p:cNvPr id="10" name="任意多边形: 形状 9"/>
          <p:cNvSpPr/>
          <p:nvPr>
            <p:custDataLst>
              <p:tags r:id="rId10"/>
            </p:custDataLst>
          </p:nvPr>
        </p:nvSpPr>
        <p:spPr>
          <a:xfrm>
            <a:off x="8879841" y="2059623"/>
            <a:ext cx="2674620" cy="4639945"/>
          </a:xfrm>
          <a:prstGeom prst="roundRect">
            <a:avLst>
              <a:gd name="adj" fmla="val 1495"/>
            </a:avLst>
          </a:prstGeom>
          <a:gradFill>
            <a:gsLst>
              <a:gs pos="0">
                <a:srgbClr val="376FFF">
                  <a:alpha val="20000"/>
                </a:srgbClr>
              </a:gs>
              <a:gs pos="65000">
                <a:srgbClr val="376FFF">
                  <a:alpha val="0"/>
                </a:srgbClr>
              </a:gs>
            </a:gsLst>
            <a:lin ang="5400000" scaled="0"/>
          </a:gradFill>
          <a:ln w="872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ym typeface="微软雅黑" panose="020B0503020204020204" pitchFamily="34" charset="-122"/>
            </a:endParaRPr>
          </a:p>
        </p:txBody>
      </p:sp>
      <p:sp>
        <p:nvSpPr>
          <p:cNvPr id="17" name="正文"/>
          <p:cNvSpPr txBox="1"/>
          <p:nvPr>
            <p:custDataLst>
              <p:tags r:id="rId11"/>
            </p:custDataLst>
          </p:nvPr>
        </p:nvSpPr>
        <p:spPr>
          <a:xfrm>
            <a:off x="845820" y="3333433"/>
            <a:ext cx="2150745" cy="66548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 indent="0" algn="ctr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语音转文字、日程安排、会议能力、</a:t>
            </a:r>
            <a:r>
              <a:rPr lang="en-US" altLang="zh-CN" sz="1200" dirty="0">
                <a:solidFill>
                  <a:srgbClr val="000000">
                    <a:lumMod val="75000"/>
                    <a:lumOff val="25000"/>
                  </a:srgbClr>
                </a:solidFill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IM</a:t>
            </a:r>
            <a:r>
              <a:rPr lang="zh-CN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消息能力</a:t>
            </a:r>
            <a:endParaRPr lang="zh-CN" altLang="en-US" sz="1200" dirty="0">
              <a:solidFill>
                <a:srgbClr val="000000">
                  <a:lumMod val="75000"/>
                  <a:lumOff val="25000"/>
                </a:srgbClr>
              </a:solidFill>
              <a:uFillTx/>
              <a:latin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8" name="标题"/>
          <p:cNvSpPr txBox="1"/>
          <p:nvPr>
            <p:custDataLst>
              <p:tags r:id="rId12"/>
            </p:custDataLst>
          </p:nvPr>
        </p:nvSpPr>
        <p:spPr>
          <a:xfrm>
            <a:off x="846455" y="2913063"/>
            <a:ext cx="2149200" cy="32258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 b="1" dirty="0">
                <a:solidFill>
                  <a:srgbClr val="376FFF"/>
                </a:solidFill>
                <a:uFillTx/>
                <a:latin typeface="微软雅黑" panose="020B0503020204020204" pitchFamily="34" charset="-122"/>
                <a:sym typeface="微软雅黑" panose="020B0503020204020204" pitchFamily="34" charset="-122"/>
              </a:rPr>
              <a:t>内部工具提取</a:t>
            </a:r>
            <a:endParaRPr lang="zh-CN" altLang="en-US" b="1" dirty="0">
              <a:solidFill>
                <a:srgbClr val="376FFF"/>
              </a:solidFill>
              <a:uFillTx/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9" name="图片 18" descr="计划能力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741170" y="2357438"/>
            <a:ext cx="360000" cy="360000"/>
          </a:xfrm>
          <a:prstGeom prst="rect">
            <a:avLst/>
          </a:prstGeom>
        </p:spPr>
      </p:pic>
      <p:sp>
        <p:nvSpPr>
          <p:cNvPr id="20" name="正文"/>
          <p:cNvSpPr txBox="1"/>
          <p:nvPr>
            <p:custDataLst>
              <p:tags r:id="rId16"/>
            </p:custDataLst>
          </p:nvPr>
        </p:nvSpPr>
        <p:spPr>
          <a:xfrm>
            <a:off x="3348355" y="3333750"/>
            <a:ext cx="2674620" cy="150241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 indent="0" algn="ctr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374151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Noto Sans SC"/>
              </a:rPr>
              <a:t>典型Skill：意图识别、</a:t>
            </a:r>
            <a:r>
              <a:rPr lang="zh-CN" altLang="en-US" sz="1200">
                <a:solidFill>
                  <a:srgbClr val="374151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Noto Sans SC"/>
              </a:rPr>
              <a:t>提示词助手</a:t>
            </a:r>
            <a:br>
              <a:rPr lang="en-US" sz="1200">
                <a:solidFill>
                  <a:srgbClr val="374151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Noto Sans SC"/>
              </a:rPr>
            </a:br>
            <a:r>
              <a:rPr lang="en-US" sz="1200">
                <a:solidFill>
                  <a:srgbClr val="374151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Noto Sans SC"/>
              </a:rPr>
              <a:t>场景痛点：意图理解差、</a:t>
            </a:r>
            <a:r>
              <a:rPr lang="zh-CN" altLang="en-US" sz="1200">
                <a:solidFill>
                  <a:srgbClr val="374151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Noto Sans SC"/>
              </a:rPr>
              <a:t>提示词不规范</a:t>
            </a:r>
            <a:br>
              <a:rPr lang="en-US" sz="1200">
                <a:solidFill>
                  <a:srgbClr val="374151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Noto Sans SC"/>
              </a:rPr>
            </a:br>
            <a:r>
              <a:rPr lang="en-US" sz="1200">
                <a:solidFill>
                  <a:srgbClr val="374151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Noto Sans SC"/>
              </a:rPr>
              <a:t>核心价值：大幅提升 AI </a:t>
            </a:r>
            <a:r>
              <a:rPr lang="zh-CN" altLang="en-US" sz="1200">
                <a:solidFill>
                  <a:srgbClr val="374151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Noto Sans SC"/>
              </a:rPr>
              <a:t>对话中</a:t>
            </a:r>
            <a:r>
              <a:rPr lang="en-US" sz="1200">
                <a:solidFill>
                  <a:srgbClr val="374151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Noto Sans SC"/>
              </a:rPr>
              <a:t>任务</a:t>
            </a:r>
            <a:r>
              <a:rPr lang="zh-CN" altLang="en-US" sz="1200">
                <a:solidFill>
                  <a:srgbClr val="374151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Noto Sans SC"/>
              </a:rPr>
              <a:t>执行的</a:t>
            </a:r>
            <a:r>
              <a:rPr lang="en-US" sz="1200">
                <a:solidFill>
                  <a:srgbClr val="374151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Noto Sans SC"/>
              </a:rPr>
              <a:t>准确率</a:t>
            </a:r>
            <a:endParaRPr 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ctr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200" dirty="0">
              <a:solidFill>
                <a:srgbClr val="000000">
                  <a:lumMod val="75000"/>
                  <a:lumOff val="25000"/>
                </a:srgbClr>
              </a:solidFill>
              <a:uFillTx/>
              <a:latin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1" name="标题"/>
          <p:cNvSpPr txBox="1"/>
          <p:nvPr>
            <p:custDataLst>
              <p:tags r:id="rId17"/>
            </p:custDataLst>
          </p:nvPr>
        </p:nvSpPr>
        <p:spPr>
          <a:xfrm>
            <a:off x="3611881" y="2913063"/>
            <a:ext cx="2149200" cy="32258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 b="1" dirty="0">
                <a:solidFill>
                  <a:srgbClr val="376FFF"/>
                </a:solidFill>
                <a:uFillTx/>
                <a:latin typeface="微软雅黑" panose="020B0503020204020204" pitchFamily="34" charset="-122"/>
                <a:sym typeface="微软雅黑" panose="020B0503020204020204" pitchFamily="34" charset="-122"/>
              </a:rPr>
              <a:t>智能体基础大脑</a:t>
            </a:r>
            <a:endParaRPr lang="zh-CN" altLang="en-US" b="1" dirty="0">
              <a:solidFill>
                <a:srgbClr val="376FFF"/>
              </a:solidFill>
              <a:uFillTx/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5" name="正文"/>
          <p:cNvSpPr txBox="1"/>
          <p:nvPr>
            <p:custDataLst>
              <p:tags r:id="rId18"/>
            </p:custDataLst>
          </p:nvPr>
        </p:nvSpPr>
        <p:spPr>
          <a:xfrm>
            <a:off x="6376671" y="3333433"/>
            <a:ext cx="2150745" cy="66548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 indent="0" algn="ctr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374151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Noto Sans SC"/>
              </a:rPr>
              <a:t>典型Skill：文档处理、数据分析、图表可视化</a:t>
            </a:r>
            <a:br>
              <a:rPr lang="en-US" sz="1200">
                <a:solidFill>
                  <a:srgbClr val="374151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Noto Sans SC"/>
              </a:rPr>
            </a:br>
            <a:r>
              <a:rPr lang="en-US" sz="1200">
                <a:solidFill>
                  <a:srgbClr val="374151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Noto Sans SC"/>
              </a:rPr>
              <a:t>场景痛点：人工处理报表耗时且容易出错</a:t>
            </a:r>
            <a:br>
              <a:rPr lang="en-US" sz="1200">
                <a:solidFill>
                  <a:srgbClr val="374151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Noto Sans SC"/>
              </a:rPr>
            </a:br>
            <a:r>
              <a:rPr lang="en-US" sz="1200">
                <a:solidFill>
                  <a:srgbClr val="374151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Noto Sans SC"/>
              </a:rPr>
              <a:t>核心价值：一键生成周报、报表与可视化图表</a:t>
            </a:r>
            <a:endParaRPr 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ctr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200" dirty="0">
              <a:solidFill>
                <a:srgbClr val="000000">
                  <a:lumMod val="75000"/>
                  <a:lumOff val="25000"/>
                </a:srgbClr>
              </a:solidFill>
              <a:uFillTx/>
              <a:latin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9" name="标题"/>
          <p:cNvSpPr txBox="1"/>
          <p:nvPr>
            <p:custDataLst>
              <p:tags r:id="rId19"/>
            </p:custDataLst>
          </p:nvPr>
        </p:nvSpPr>
        <p:spPr>
          <a:xfrm>
            <a:off x="6377306" y="2913063"/>
            <a:ext cx="2149200" cy="32258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 b="1" dirty="0">
                <a:solidFill>
                  <a:srgbClr val="376FFF"/>
                </a:solidFill>
                <a:uFillTx/>
                <a:latin typeface="微软雅黑" panose="020B0503020204020204" pitchFamily="34" charset="-122"/>
                <a:sym typeface="微软雅黑" panose="020B0503020204020204" pitchFamily="34" charset="-122"/>
              </a:rPr>
              <a:t>办公自动化赋能</a:t>
            </a:r>
            <a:endParaRPr lang="zh-CN" altLang="en-US" b="1" dirty="0">
              <a:solidFill>
                <a:srgbClr val="376FFF"/>
              </a:solidFill>
              <a:uFillTx/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30" name="图标" descr="上升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>
          <a:xfrm>
            <a:off x="7272021" y="2357438"/>
            <a:ext cx="360000" cy="360000"/>
          </a:xfrm>
          <a:prstGeom prst="rect">
            <a:avLst/>
          </a:prstGeom>
        </p:spPr>
      </p:pic>
      <p:sp>
        <p:nvSpPr>
          <p:cNvPr id="34" name="正文"/>
          <p:cNvSpPr txBox="1"/>
          <p:nvPr>
            <p:custDataLst>
              <p:tags r:id="rId23"/>
            </p:custDataLst>
          </p:nvPr>
        </p:nvSpPr>
        <p:spPr>
          <a:xfrm>
            <a:off x="9142096" y="3333433"/>
            <a:ext cx="2150745" cy="66548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 indent="0" algn="ctr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374151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Noto Sans SC"/>
              </a:rPr>
              <a:t>典型Skill：</a:t>
            </a:r>
            <a:r>
              <a:rPr lang="zh-CN" altLang="en-US" sz="1200">
                <a:solidFill>
                  <a:srgbClr val="374151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Noto Sans SC"/>
              </a:rPr>
              <a:t>在线搜索</a:t>
            </a:r>
            <a:r>
              <a:rPr lang="en-US" sz="1200">
                <a:solidFill>
                  <a:srgbClr val="374151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Noto Sans SC"/>
              </a:rPr>
              <a:t>、</a:t>
            </a:r>
            <a:r>
              <a:rPr lang="zh-CN" altLang="en-US" sz="1200">
                <a:solidFill>
                  <a:srgbClr val="374151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Noto Sans SC"/>
              </a:rPr>
              <a:t>文件</a:t>
            </a:r>
            <a:r>
              <a:rPr lang="en-US" sz="1200">
                <a:solidFill>
                  <a:srgbClr val="374151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Noto Sans SC"/>
              </a:rPr>
              <a:t>解析、网页阅读</a:t>
            </a:r>
            <a:br>
              <a:rPr lang="en-US" sz="1200">
                <a:solidFill>
                  <a:srgbClr val="374151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Noto Sans SC"/>
              </a:rPr>
            </a:br>
            <a:r>
              <a:rPr lang="en-US" sz="1200">
                <a:solidFill>
                  <a:srgbClr val="374151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Noto Sans SC"/>
              </a:rPr>
              <a:t>场景痛点：模型无法</a:t>
            </a:r>
            <a:r>
              <a:rPr lang="zh-CN" altLang="en-US" sz="1200">
                <a:solidFill>
                  <a:srgbClr val="374151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Noto Sans SC"/>
              </a:rPr>
              <a:t>实时获取信息</a:t>
            </a:r>
            <a:r>
              <a:rPr lang="en-US" altLang="zh-CN" sz="1200">
                <a:solidFill>
                  <a:srgbClr val="374151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Noto Sans SC"/>
              </a:rPr>
              <a:t>/</a:t>
            </a:r>
            <a:r>
              <a:rPr lang="en-US" sz="1200">
                <a:solidFill>
                  <a:srgbClr val="374151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Noto Sans SC"/>
              </a:rPr>
              <a:t>读取文件/网页</a:t>
            </a:r>
            <a:br>
              <a:rPr lang="en-US" sz="1200">
                <a:solidFill>
                  <a:srgbClr val="374151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Noto Sans SC"/>
              </a:rPr>
            </a:br>
            <a:r>
              <a:rPr lang="en-US" sz="1200">
                <a:solidFill>
                  <a:srgbClr val="374151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Noto Sans SC"/>
              </a:rPr>
              <a:t>核心价值：极大扩展智能体的信息感知边界</a:t>
            </a:r>
            <a:endParaRPr 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ctr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200" dirty="0">
              <a:solidFill>
                <a:srgbClr val="000000">
                  <a:lumMod val="75000"/>
                  <a:lumOff val="25000"/>
                </a:srgbClr>
              </a:solidFill>
              <a:uFillTx/>
              <a:latin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" name="标题"/>
          <p:cNvSpPr txBox="1"/>
          <p:nvPr>
            <p:custDataLst>
              <p:tags r:id="rId24"/>
            </p:custDataLst>
          </p:nvPr>
        </p:nvSpPr>
        <p:spPr>
          <a:xfrm>
            <a:off x="9142731" y="2913063"/>
            <a:ext cx="2149200" cy="32258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 b="1" dirty="0">
                <a:solidFill>
                  <a:srgbClr val="376FFF"/>
                </a:solidFill>
                <a:uFillTx/>
                <a:latin typeface="微软雅黑" panose="020B0503020204020204" pitchFamily="34" charset="-122"/>
                <a:sym typeface="微软雅黑" panose="020B0503020204020204" pitchFamily="34" charset="-122"/>
              </a:rPr>
              <a:t>多模态与信息获取</a:t>
            </a:r>
            <a:endParaRPr lang="zh-CN" altLang="en-US" b="1" dirty="0">
              <a:solidFill>
                <a:srgbClr val="376FFF"/>
              </a:solidFill>
              <a:uFillTx/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42" name="图标" descr="合作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>
          <a:xfrm>
            <a:off x="9992361" y="2312353"/>
            <a:ext cx="450000" cy="450000"/>
          </a:xfrm>
          <a:prstGeom prst="rect">
            <a:avLst/>
          </a:prstGeom>
        </p:spPr>
      </p:pic>
      <p:pic>
        <p:nvPicPr>
          <p:cNvPr id="43" name="图片 42" descr="证书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506596" y="2357438"/>
            <a:ext cx="360000" cy="360000"/>
          </a:xfrm>
          <a:prstGeom prst="rect">
            <a:avLst/>
          </a:prstGeom>
        </p:spPr>
      </p:pic>
      <p:sp>
        <p:nvSpPr>
          <p:cNvPr id="57" name="任意多边形: 形状 284"/>
          <p:cNvSpPr/>
          <p:nvPr>
            <p:custDataLst>
              <p:tags r:id="rId31"/>
            </p:custDataLst>
          </p:nvPr>
        </p:nvSpPr>
        <p:spPr>
          <a:xfrm>
            <a:off x="5869941" y="4931093"/>
            <a:ext cx="457200" cy="574040"/>
          </a:xfrm>
          <a:custGeom>
            <a:avLst/>
            <a:gdLst>
              <a:gd name="connsiteX0" fmla="*/ 595884 w 634572"/>
              <a:gd name="connsiteY0" fmla="*/ 42367 h 796594"/>
              <a:gd name="connsiteX1" fmla="*/ 480060 w 634572"/>
              <a:gd name="connsiteY1" fmla="*/ 135941 h 796594"/>
              <a:gd name="connsiteX2" fmla="*/ 258775 w 634572"/>
              <a:gd name="connsiteY2" fmla="*/ 272186 h 796594"/>
              <a:gd name="connsiteX3" fmla="*/ 183871 w 634572"/>
              <a:gd name="connsiteY3" fmla="*/ 330098 h 796594"/>
              <a:gd name="connsiteX4" fmla="*/ 134493 w 634572"/>
              <a:gd name="connsiteY4" fmla="*/ 294361 h 796594"/>
              <a:gd name="connsiteX5" fmla="*/ 115748 w 634572"/>
              <a:gd name="connsiteY5" fmla="*/ 187147 h 796594"/>
              <a:gd name="connsiteX6" fmla="*/ 114071 w 634572"/>
              <a:gd name="connsiteY6" fmla="*/ 136017 h 796594"/>
              <a:gd name="connsiteX7" fmla="*/ 85115 w 634572"/>
              <a:gd name="connsiteY7" fmla="*/ 199034 h 796594"/>
              <a:gd name="connsiteX8" fmla="*/ 78333 w 634572"/>
              <a:gd name="connsiteY8" fmla="*/ 292684 h 796594"/>
              <a:gd name="connsiteX9" fmla="*/ 64694 w 634572"/>
              <a:gd name="connsiteY9" fmla="*/ 415214 h 796594"/>
              <a:gd name="connsiteX10" fmla="*/ 37490 w 634572"/>
              <a:gd name="connsiteY10" fmla="*/ 575234 h 796594"/>
              <a:gd name="connsiteX11" fmla="*/ 0 w 634572"/>
              <a:gd name="connsiteY11" fmla="*/ 796595 h 796594"/>
              <a:gd name="connsiteX12" fmla="*/ 64694 w 634572"/>
              <a:gd name="connsiteY12" fmla="*/ 617830 h 796594"/>
              <a:gd name="connsiteX13" fmla="*/ 80010 w 634572"/>
              <a:gd name="connsiteY13" fmla="*/ 515646 h 796594"/>
              <a:gd name="connsiteX14" fmla="*/ 95326 w 634572"/>
              <a:gd name="connsiteY14" fmla="*/ 398221 h 796594"/>
              <a:gd name="connsiteX15" fmla="*/ 168478 w 634572"/>
              <a:gd name="connsiteY15" fmla="*/ 342062 h 796594"/>
              <a:gd name="connsiteX16" fmla="*/ 190652 w 634572"/>
              <a:gd name="connsiteY16" fmla="*/ 352273 h 796594"/>
              <a:gd name="connsiteX17" fmla="*/ 223037 w 634572"/>
              <a:gd name="connsiteY17" fmla="*/ 445922 h 796594"/>
              <a:gd name="connsiteX18" fmla="*/ 190652 w 634572"/>
              <a:gd name="connsiteY18" fmla="*/ 491871 h 796594"/>
              <a:gd name="connsiteX19" fmla="*/ 173660 w 634572"/>
              <a:gd name="connsiteY19" fmla="*/ 536143 h 796594"/>
              <a:gd name="connsiteX20" fmla="*/ 165125 w 634572"/>
              <a:gd name="connsiteY20" fmla="*/ 619582 h 796594"/>
              <a:gd name="connsiteX21" fmla="*/ 144704 w 634572"/>
              <a:gd name="connsiteY21" fmla="*/ 709803 h 796594"/>
              <a:gd name="connsiteX22" fmla="*/ 309829 w 634572"/>
              <a:gd name="connsiteY22" fmla="*/ 420396 h 796594"/>
              <a:gd name="connsiteX23" fmla="*/ 490271 w 634572"/>
              <a:gd name="connsiteY23" fmla="*/ 197434 h 796594"/>
              <a:gd name="connsiteX24" fmla="*/ 633298 w 634572"/>
              <a:gd name="connsiteY24" fmla="*/ 32309 h 796594"/>
              <a:gd name="connsiteX25" fmla="*/ 626516 w 634572"/>
              <a:gd name="connsiteY25" fmla="*/ 5106 h 796594"/>
              <a:gd name="connsiteX26" fmla="*/ 592455 w 634572"/>
              <a:gd name="connsiteY26" fmla="*/ 0 h 796594"/>
              <a:gd name="connsiteX27" fmla="*/ 595884 w 634572"/>
              <a:gd name="connsiteY27" fmla="*/ 42367 h 796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34572" h="796594">
                <a:moveTo>
                  <a:pt x="595884" y="42367"/>
                </a:moveTo>
                <a:cubicBezTo>
                  <a:pt x="595884" y="42367"/>
                  <a:pt x="548183" y="98527"/>
                  <a:pt x="480060" y="135941"/>
                </a:cubicBezTo>
                <a:cubicBezTo>
                  <a:pt x="411937" y="173431"/>
                  <a:pt x="314934" y="236449"/>
                  <a:pt x="258775" y="272186"/>
                </a:cubicBezTo>
                <a:cubicBezTo>
                  <a:pt x="202616" y="307924"/>
                  <a:pt x="194081" y="331775"/>
                  <a:pt x="183871" y="330098"/>
                </a:cubicBezTo>
                <a:cubicBezTo>
                  <a:pt x="173660" y="328346"/>
                  <a:pt x="156667" y="319811"/>
                  <a:pt x="134493" y="294361"/>
                </a:cubicBezTo>
                <a:cubicBezTo>
                  <a:pt x="112319" y="268834"/>
                  <a:pt x="122529" y="231343"/>
                  <a:pt x="115748" y="187147"/>
                </a:cubicBezTo>
                <a:cubicBezTo>
                  <a:pt x="108966" y="142951"/>
                  <a:pt x="114071" y="136017"/>
                  <a:pt x="114071" y="136017"/>
                </a:cubicBezTo>
                <a:cubicBezTo>
                  <a:pt x="114071" y="136017"/>
                  <a:pt x="91897" y="173507"/>
                  <a:pt x="85115" y="199034"/>
                </a:cubicBezTo>
                <a:cubicBezTo>
                  <a:pt x="78333" y="224638"/>
                  <a:pt x="81686" y="248412"/>
                  <a:pt x="78333" y="292684"/>
                </a:cubicBezTo>
                <a:cubicBezTo>
                  <a:pt x="74904" y="336956"/>
                  <a:pt x="64694" y="369265"/>
                  <a:pt x="64694" y="415214"/>
                </a:cubicBezTo>
                <a:cubicBezTo>
                  <a:pt x="64694" y="461162"/>
                  <a:pt x="59588" y="490118"/>
                  <a:pt x="37490" y="575234"/>
                </a:cubicBezTo>
                <a:cubicBezTo>
                  <a:pt x="15316" y="660426"/>
                  <a:pt x="8534" y="728472"/>
                  <a:pt x="0" y="796595"/>
                </a:cubicBezTo>
                <a:cubicBezTo>
                  <a:pt x="0" y="796595"/>
                  <a:pt x="52807" y="677418"/>
                  <a:pt x="64694" y="617830"/>
                </a:cubicBezTo>
                <a:cubicBezTo>
                  <a:pt x="76581" y="558241"/>
                  <a:pt x="76581" y="525932"/>
                  <a:pt x="80010" y="515646"/>
                </a:cubicBezTo>
                <a:cubicBezTo>
                  <a:pt x="83363" y="505435"/>
                  <a:pt x="88468" y="418643"/>
                  <a:pt x="95326" y="398221"/>
                </a:cubicBezTo>
                <a:cubicBezTo>
                  <a:pt x="102108" y="377800"/>
                  <a:pt x="153162" y="342062"/>
                  <a:pt x="168478" y="342062"/>
                </a:cubicBezTo>
                <a:cubicBezTo>
                  <a:pt x="183794" y="342062"/>
                  <a:pt x="190652" y="352273"/>
                  <a:pt x="190652" y="352273"/>
                </a:cubicBezTo>
                <a:cubicBezTo>
                  <a:pt x="190652" y="352273"/>
                  <a:pt x="192405" y="396469"/>
                  <a:pt x="223037" y="445922"/>
                </a:cubicBezTo>
                <a:cubicBezTo>
                  <a:pt x="223037" y="445922"/>
                  <a:pt x="200863" y="459562"/>
                  <a:pt x="190652" y="491871"/>
                </a:cubicBezTo>
                <a:cubicBezTo>
                  <a:pt x="180442" y="524256"/>
                  <a:pt x="177012" y="531038"/>
                  <a:pt x="173660" y="536143"/>
                </a:cubicBezTo>
                <a:cubicBezTo>
                  <a:pt x="170231" y="541172"/>
                  <a:pt x="182118" y="559918"/>
                  <a:pt x="165125" y="619582"/>
                </a:cubicBezTo>
                <a:cubicBezTo>
                  <a:pt x="148057" y="679171"/>
                  <a:pt x="144704" y="709803"/>
                  <a:pt x="144704" y="709803"/>
                </a:cubicBezTo>
                <a:cubicBezTo>
                  <a:pt x="144704" y="709803"/>
                  <a:pt x="221285" y="563423"/>
                  <a:pt x="309829" y="420396"/>
                </a:cubicBezTo>
                <a:cubicBezTo>
                  <a:pt x="398373" y="277444"/>
                  <a:pt x="432359" y="246736"/>
                  <a:pt x="490271" y="197434"/>
                </a:cubicBezTo>
                <a:cubicBezTo>
                  <a:pt x="548107" y="148057"/>
                  <a:pt x="628193" y="49301"/>
                  <a:pt x="633298" y="32309"/>
                </a:cubicBezTo>
                <a:cubicBezTo>
                  <a:pt x="638403" y="15240"/>
                  <a:pt x="626516" y="5106"/>
                  <a:pt x="626516" y="5106"/>
                </a:cubicBezTo>
                <a:lnTo>
                  <a:pt x="592455" y="0"/>
                </a:lnTo>
                <a:lnTo>
                  <a:pt x="595884" y="42367"/>
                </a:lnTo>
                <a:close/>
              </a:path>
            </a:pathLst>
          </a:custGeom>
          <a:solidFill>
            <a:srgbClr val="FFFFFF"/>
          </a:solidFill>
          <a:ln w="76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endParaRPr lang="zh-CN" altLang="en-US"/>
          </a:p>
        </p:txBody>
      </p:sp>
      <p:sp>
        <p:nvSpPr>
          <p:cNvPr id="58" name="AutoShape 37"/>
          <p:cNvSpPr/>
          <p:nvPr/>
        </p:nvSpPr>
        <p:spPr>
          <a:xfrm>
            <a:off x="582295" y="4999355"/>
            <a:ext cx="2413000" cy="1016000"/>
          </a:xfrm>
          <a:prstGeom prst="roundRect">
            <a:avLst>
              <a:gd name="adj" fmla="val 12500"/>
            </a:avLst>
          </a:prstGeom>
          <a:solidFill>
            <a:srgbClr val="F0F4FF"/>
          </a:solidFill>
          <a:ln w="12700" cap="flat" cmpd="sng">
            <a:solidFill>
              <a:schemeClr val="accent5">
                <a:lumMod val="60000"/>
                <a:lumOff val="40000"/>
                <a:alpha val="4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9" name="Picture 38"/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709295" y="5189855"/>
            <a:ext cx="381000" cy="381000"/>
          </a:xfrm>
          <a:prstGeom prst="rect">
            <a:avLst/>
          </a:prstGeom>
        </p:spPr>
      </p:pic>
      <p:sp>
        <p:nvSpPr>
          <p:cNvPr id="60" name="AutoShape 39"/>
          <p:cNvSpPr/>
          <p:nvPr/>
        </p:nvSpPr>
        <p:spPr>
          <a:xfrm>
            <a:off x="1217295" y="5126355"/>
            <a:ext cx="1714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双轨制建设策略</a:t>
            </a:r>
            <a:endParaRPr lang="en-US" sz="1300" b="1" i="0" u="none" strike="noStrike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</p:txBody>
      </p:sp>
      <p:sp>
        <p:nvSpPr>
          <p:cNvPr id="61" name="AutoShape 40"/>
          <p:cNvSpPr/>
          <p:nvPr/>
        </p:nvSpPr>
        <p:spPr>
          <a:xfrm>
            <a:off x="1217295" y="5443855"/>
            <a:ext cx="1714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/>
              </a:rPr>
              <a:t>外部引入通用 + 内部提炼特有，快速补齐能力。</a:t>
            </a:r>
            <a:endParaRPr lang="en-US" sz="1000" b="0" i="0" u="none" strike="noStrike">
              <a:solidFill>
                <a:srgbClr val="4B55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/>
            </a:endParaRPr>
          </a:p>
        </p:txBody>
      </p:sp>
      <p:sp>
        <p:nvSpPr>
          <p:cNvPr id="62" name="AutoShape 41"/>
          <p:cNvSpPr/>
          <p:nvPr/>
        </p:nvSpPr>
        <p:spPr>
          <a:xfrm>
            <a:off x="3194685" y="4999355"/>
            <a:ext cx="2413000" cy="1016000"/>
          </a:xfrm>
          <a:prstGeom prst="roundRect">
            <a:avLst>
              <a:gd name="adj" fmla="val 12500"/>
            </a:avLst>
          </a:prstGeom>
          <a:solidFill>
            <a:srgbClr val="F0F4FF"/>
          </a:solidFill>
          <a:ln w="12700" cap="flat" cmpd="sng">
            <a:solidFill>
              <a:schemeClr val="accent5">
                <a:lumMod val="60000"/>
                <a:lumOff val="40000"/>
                <a:alpha val="4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3" name="Picture 42"/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3321685" y="5189855"/>
            <a:ext cx="381000" cy="381000"/>
          </a:xfrm>
          <a:prstGeom prst="rect">
            <a:avLst/>
          </a:prstGeom>
        </p:spPr>
      </p:pic>
      <p:sp>
        <p:nvSpPr>
          <p:cNvPr id="64" name="AutoShape 43"/>
          <p:cNvSpPr/>
          <p:nvPr/>
        </p:nvSpPr>
        <p:spPr>
          <a:xfrm>
            <a:off x="3829685" y="5126355"/>
            <a:ext cx="1714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面向真实业务痛点</a:t>
            </a:r>
            <a:endParaRPr lang="en-US" sz="1300" b="1" i="0" u="none" strike="noStrike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</p:txBody>
      </p:sp>
      <p:sp>
        <p:nvSpPr>
          <p:cNvPr id="65" name="AutoShape 44"/>
          <p:cNvSpPr/>
          <p:nvPr/>
        </p:nvSpPr>
        <p:spPr>
          <a:xfrm>
            <a:off x="3829685" y="5443855"/>
            <a:ext cx="1714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/>
              </a:rPr>
              <a:t>拒绝空想，所有Skill均源自一线业务的实际需求。</a:t>
            </a:r>
            <a:endParaRPr lang="en-US" sz="1000" b="0" i="0" u="none" strike="noStrike">
              <a:solidFill>
                <a:srgbClr val="4B55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/>
            </a:endParaRPr>
          </a:p>
        </p:txBody>
      </p:sp>
      <p:sp>
        <p:nvSpPr>
          <p:cNvPr id="66" name="AutoShape 7"/>
          <p:cNvSpPr/>
          <p:nvPr/>
        </p:nvSpPr>
        <p:spPr>
          <a:xfrm>
            <a:off x="7519035" y="5368925"/>
            <a:ext cx="158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降本复用</a:t>
            </a:r>
            <a:endParaRPr lang="en-US" sz="1600" b="1" i="0" u="none" strike="noStrike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</p:txBody>
      </p:sp>
      <p:sp>
        <p:nvSpPr>
          <p:cNvPr id="67" name="AutoShape 11"/>
          <p:cNvSpPr/>
          <p:nvPr/>
        </p:nvSpPr>
        <p:spPr>
          <a:xfrm>
            <a:off x="9030970" y="5368925"/>
            <a:ext cx="158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提效敏捷</a:t>
            </a:r>
            <a:endParaRPr lang="en-US" sz="1600" b="1" i="0" u="none" strike="noStrike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</p:txBody>
      </p:sp>
      <p:sp>
        <p:nvSpPr>
          <p:cNvPr id="68" name="AutoShape 15"/>
          <p:cNvSpPr/>
          <p:nvPr/>
        </p:nvSpPr>
        <p:spPr>
          <a:xfrm>
            <a:off x="6007100" y="5368925"/>
            <a:ext cx="158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标准规范</a:t>
            </a:r>
            <a:endParaRPr lang="en-US" sz="1600" b="1" i="0" u="none" strike="noStrike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</p:txBody>
      </p:sp>
      <p:sp>
        <p:nvSpPr>
          <p:cNvPr id="69" name="AutoShape 19"/>
          <p:cNvSpPr/>
          <p:nvPr/>
        </p:nvSpPr>
        <p:spPr>
          <a:xfrm>
            <a:off x="10542905" y="5368925"/>
            <a:ext cx="158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协作共享</a:t>
            </a:r>
            <a:endParaRPr lang="en-US" sz="1600" b="1" i="0" u="none" strike="noStrike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0" grpId="0"/>
      <p:bldP spid="21" grpId="0"/>
      <p:bldP spid="25" grpId="0"/>
      <p:bldP spid="29" grpId="0"/>
      <p:bldP spid="34" grpId="0"/>
      <p:bldP spid="41" grpId="0"/>
      <p:bldP spid="6" grpId="0" animBg="1"/>
      <p:bldP spid="5" grpId="0" animBg="1"/>
      <p:bldP spid="7" grpId="0" animBg="1"/>
      <p:bldP spid="10" grpId="0" animBg="1"/>
      <p:bldP spid="17" grpId="1"/>
      <p:bldP spid="18" grpId="1"/>
      <p:bldP spid="20" grpId="1"/>
      <p:bldP spid="21" grpId="1"/>
      <p:bldP spid="25" grpId="1"/>
      <p:bldP spid="29" grpId="1"/>
      <p:bldP spid="34" grpId="1"/>
      <p:bldP spid="41" grpId="1"/>
      <p:bldP spid="6" grpId="1" animBg="1"/>
      <p:bldP spid="5" grpId="1" animBg="1"/>
      <p:bldP spid="7" grpId="1" animBg="1"/>
      <p:bldP spid="10" grpId="1" animBg="1"/>
      <p:bldP spid="60" grpId="0"/>
      <p:bldP spid="61" grpId="0"/>
      <p:bldP spid="58" grpId="0" animBg="1"/>
      <p:bldP spid="64" grpId="0"/>
      <p:bldP spid="65" grpId="0"/>
      <p:bldP spid="62" grpId="0" animBg="1"/>
      <p:bldP spid="68" grpId="0"/>
      <p:bldP spid="66" grpId="0"/>
      <p:bldP spid="67" grpId="0"/>
      <p:bldP spid="69" grpId="0"/>
      <p:bldP spid="60" grpId="1"/>
      <p:bldP spid="61" grpId="1"/>
      <p:bldP spid="58" grpId="1" animBg="1"/>
      <p:bldP spid="64" grpId="1"/>
      <p:bldP spid="65" grpId="1"/>
      <p:bldP spid="62" grpId="1" animBg="1"/>
      <p:bldP spid="68" grpId="1"/>
      <p:bldP spid="66" grpId="1"/>
      <p:bldP spid="67" grpId="1"/>
      <p:bldP spid="69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圆角矩形 41"/>
          <p:cNvSpPr/>
          <p:nvPr/>
        </p:nvSpPr>
        <p:spPr>
          <a:xfrm>
            <a:off x="193675" y="1136650"/>
            <a:ext cx="11629390" cy="542925"/>
          </a:xfrm>
          <a:prstGeom prst="roundRect">
            <a:avLst>
              <a:gd name="adj" fmla="val 3989"/>
            </a:avLst>
          </a:prstGeom>
          <a:solidFill>
            <a:srgbClr val="E3E8F8">
              <a:alpha val="80000"/>
            </a:srgbClr>
          </a:solidFill>
          <a:ln w="25400" cap="flat">
            <a:noFill/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 panose="02010600030101010101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0965" y="80645"/>
            <a:ext cx="5894070" cy="423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6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一、珊瑚生态</a:t>
            </a:r>
            <a:r>
              <a:rPr lang="en-US" altLang="zh-CN" sz="216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sz="216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定位规划与能力建设</a:t>
            </a:r>
            <a:endParaRPr lang="zh-CN" altLang="en-US" sz="2160" b="1" i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655320"/>
            <a:ext cx="116259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组合 39"/>
          <p:cNvGrpSpPr/>
          <p:nvPr/>
        </p:nvGrpSpPr>
        <p:grpSpPr>
          <a:xfrm>
            <a:off x="193675" y="732790"/>
            <a:ext cx="1929130" cy="652780"/>
            <a:chOff x="159" y="-3736"/>
            <a:chExt cx="3038" cy="1028"/>
          </a:xfrm>
        </p:grpSpPr>
        <p:pic>
          <p:nvPicPr>
            <p:cNvPr id="8" name="Picture 13" descr="image.png"/>
            <p:cNvPicPr>
              <a:picLocks noChangeAspect="1"/>
            </p:cNvPicPr>
            <p:nvPr/>
          </p:nvPicPr>
          <p:blipFill>
            <a:blip r:embed="rId1">
              <a:alphaModFix amt="100000"/>
            </a:blip>
            <a:stretch>
              <a:fillRect/>
            </a:stretch>
          </p:blipFill>
          <p:spPr>
            <a:xfrm>
              <a:off x="159" y="-3579"/>
              <a:ext cx="420" cy="356"/>
            </a:xfrm>
            <a:prstGeom prst="rect">
              <a:avLst/>
            </a:prstGeom>
          </p:spPr>
        </p:pic>
        <p:sp>
          <p:nvSpPr>
            <p:cNvPr id="38" name="文本框 37"/>
            <p:cNvSpPr txBox="1"/>
            <p:nvPr/>
          </p:nvSpPr>
          <p:spPr>
            <a:xfrm>
              <a:off x="159" y="-3736"/>
              <a:ext cx="3039" cy="1028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pPr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   </a:t>
              </a:r>
              <a:r>
                <a:rPr lang="zh-CN" altLang="en-US" sz="140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下一步计划</a:t>
              </a:r>
              <a:endParaRPr lang="en-US" altLang="zh-CN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538480" y="1073150"/>
            <a:ext cx="10864215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b="1">
                <a:solidFill>
                  <a:srgbClr val="1D38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持续完善平台通用能力建设，向深入业务场景的资源建设探索，赋能企业业务价值落地闭环。</a:t>
            </a:r>
            <a:endParaRPr lang="en-US" altLang="zh-CN" b="1">
              <a:solidFill>
                <a:srgbClr val="1D384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pSp>
        <p:nvGrpSpPr>
          <p:cNvPr id="3" name="组合 2"/>
          <p:cNvGrpSpPr/>
          <p:nvPr>
            <p:custDataLst>
              <p:tags r:id="rId2"/>
            </p:custDataLst>
          </p:nvPr>
        </p:nvGrpSpPr>
        <p:grpSpPr>
          <a:xfrm>
            <a:off x="460375" y="2498726"/>
            <a:ext cx="11071377" cy="2646546"/>
            <a:chOff x="725" y="3935"/>
            <a:chExt cx="17628" cy="5276"/>
          </a:xfrm>
        </p:grpSpPr>
        <p:cxnSp>
          <p:nvCxnSpPr>
            <p:cNvPr id="11" name="直接连接符 10"/>
            <p:cNvCxnSpPr/>
            <p:nvPr>
              <p:custDataLst>
                <p:tags r:id="rId3"/>
              </p:custDataLst>
            </p:nvPr>
          </p:nvCxnSpPr>
          <p:spPr>
            <a:xfrm>
              <a:off x="848" y="6523"/>
              <a:ext cx="17440" cy="0"/>
            </a:xfrm>
            <a:prstGeom prst="line">
              <a:avLst/>
            </a:prstGeom>
            <a:noFill/>
            <a:ln w="25400" cap="flat" cmpd="sng" algn="ctr">
              <a:solidFill>
                <a:srgbClr val="376FFF">
                  <a:alpha val="80000"/>
                </a:srgbClr>
              </a:solidFill>
              <a:prstDash val="solid"/>
              <a:miter lim="800000"/>
            </a:ln>
            <a:effectLst/>
          </p:spPr>
        </p:cxnSp>
        <p:sp>
          <p:nvSpPr>
            <p:cNvPr id="12" name="直角三角形 11"/>
            <p:cNvSpPr/>
            <p:nvPr>
              <p:custDataLst>
                <p:tags r:id="rId4"/>
              </p:custDataLst>
            </p:nvPr>
          </p:nvSpPr>
          <p:spPr>
            <a:xfrm rot="13456694">
              <a:off x="18156" y="6419"/>
              <a:ext cx="197" cy="207"/>
            </a:xfrm>
            <a:prstGeom prst="rtTriangle">
              <a:avLst/>
            </a:prstGeom>
            <a:solidFill>
              <a:srgbClr val="376FFF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p>
              <a:pPr algn="ctr"/>
              <a:endParaRPr lang="zh-CN" altLang="en-US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cxnSp>
          <p:nvCxnSpPr>
            <p:cNvPr id="13" name="直接连接符 12"/>
            <p:cNvCxnSpPr/>
            <p:nvPr>
              <p:custDataLst>
                <p:tags r:id="rId5"/>
              </p:custDataLst>
            </p:nvPr>
          </p:nvCxnSpPr>
          <p:spPr>
            <a:xfrm flipV="1">
              <a:off x="4040" y="4031"/>
              <a:ext cx="0" cy="2268"/>
            </a:xfrm>
            <a:prstGeom prst="line">
              <a:avLst/>
            </a:prstGeom>
            <a:noFill/>
            <a:ln w="25400" cap="flat" cmpd="sng" algn="ctr">
              <a:gradFill>
                <a:gsLst>
                  <a:gs pos="9000">
                    <a:srgbClr val="376FFF">
                      <a:lumMod val="60000"/>
                      <a:lumOff val="40000"/>
                      <a:alpha val="0"/>
                    </a:srgbClr>
                  </a:gs>
                  <a:gs pos="100000">
                    <a:srgbClr val="376FFF">
                      <a:lumMod val="60000"/>
                      <a:lumOff val="40000"/>
                      <a:alpha val="60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sp>
          <p:nvSpPr>
            <p:cNvPr id="14" name="椭圆 13"/>
            <p:cNvSpPr/>
            <p:nvPr>
              <p:custDataLst>
                <p:tags r:id="rId6"/>
              </p:custDataLst>
            </p:nvPr>
          </p:nvSpPr>
          <p:spPr>
            <a:xfrm>
              <a:off x="3902" y="6400"/>
              <a:ext cx="227" cy="227"/>
            </a:xfrm>
            <a:prstGeom prst="ellipse">
              <a:avLst/>
            </a:prstGeom>
            <a:solidFill>
              <a:srgbClr val="376FFF"/>
            </a:solidFill>
            <a:ln w="44450" cap="flat" cmpd="sng" algn="ctr">
              <a:solidFill>
                <a:srgbClr val="FFFFFF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376FFF">
                  <a:alpha val="30000"/>
                </a:srgbClr>
              </a:outerShdw>
            </a:effectLst>
          </p:spPr>
          <p:txBody>
            <a:bodyPr rtlCol="0" anchor="ctr"/>
            <a:p>
              <a:pPr algn="ctr"/>
              <a:endParaRPr lang="zh-CN" altLang="en-US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7"/>
              </p:custDataLst>
            </p:nvPr>
          </p:nvSpPr>
          <p:spPr>
            <a:xfrm>
              <a:off x="4543" y="4378"/>
              <a:ext cx="3067" cy="13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p>
              <a:pPr>
                <a:lnSpc>
                  <a:spcPct val="150000"/>
                </a:lnSpc>
              </a:pPr>
              <a:r>
                <a:rPr lang="en-US" altLang="zh-CN" sz="1200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4</a:t>
              </a:r>
              <a:r>
                <a:rPr lang="zh-CN" altLang="en-US" sz="1200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月中旬</a:t>
              </a:r>
              <a:endParaRPr lang="zh-CN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完成对</a:t>
              </a:r>
              <a:r>
                <a:rPr lang="zh-CN" altLang="en-US" sz="1200" u="sng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正式环境</a:t>
              </a:r>
              <a:r>
                <a:rPr lang="zh-CN" altLang="en-US" sz="120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的资源分类、迁移、建设</a:t>
              </a:r>
              <a:endPara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43" name="文本框 42"/>
            <p:cNvSpPr txBox="1"/>
            <p:nvPr>
              <p:custDataLst>
                <p:tags r:id="rId8"/>
              </p:custDataLst>
            </p:nvPr>
          </p:nvSpPr>
          <p:spPr>
            <a:xfrm>
              <a:off x="4481" y="3935"/>
              <a:ext cx="2032" cy="3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p>
              <a:r>
                <a:rPr lang="zh-CN" sz="1600" b="1" spc="100" dirty="0">
                  <a:solidFill>
                    <a:srgbClr val="376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正式环境资源建设</a:t>
              </a:r>
              <a:endParaRPr lang="zh-CN" sz="1600" b="1" spc="100" dirty="0">
                <a:solidFill>
                  <a:srgbClr val="376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16" name="直接连接符 15"/>
            <p:cNvCxnSpPr/>
            <p:nvPr>
              <p:custDataLst>
                <p:tags r:id="rId9"/>
              </p:custDataLst>
            </p:nvPr>
          </p:nvCxnSpPr>
          <p:spPr>
            <a:xfrm flipV="1">
              <a:off x="10495" y="4031"/>
              <a:ext cx="0" cy="2268"/>
            </a:xfrm>
            <a:prstGeom prst="line">
              <a:avLst/>
            </a:prstGeom>
            <a:noFill/>
            <a:ln w="25400" cap="flat" cmpd="sng" algn="ctr">
              <a:gradFill>
                <a:gsLst>
                  <a:gs pos="9000">
                    <a:srgbClr val="376FFF">
                      <a:lumMod val="60000"/>
                      <a:lumOff val="40000"/>
                      <a:alpha val="0"/>
                    </a:srgbClr>
                  </a:gs>
                  <a:gs pos="100000">
                    <a:srgbClr val="376FFF">
                      <a:lumMod val="60000"/>
                      <a:lumOff val="40000"/>
                      <a:alpha val="60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sp>
          <p:nvSpPr>
            <p:cNvPr id="21" name="椭圆 20"/>
            <p:cNvSpPr/>
            <p:nvPr>
              <p:custDataLst>
                <p:tags r:id="rId10"/>
              </p:custDataLst>
            </p:nvPr>
          </p:nvSpPr>
          <p:spPr>
            <a:xfrm>
              <a:off x="10368" y="6400"/>
              <a:ext cx="227" cy="227"/>
            </a:xfrm>
            <a:prstGeom prst="ellipse">
              <a:avLst/>
            </a:prstGeom>
            <a:solidFill>
              <a:srgbClr val="376FFF"/>
            </a:solidFill>
            <a:ln w="44450" cap="flat" cmpd="sng" algn="ctr">
              <a:solidFill>
                <a:srgbClr val="FFFFFF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376FFF">
                  <a:alpha val="30000"/>
                </a:srgbClr>
              </a:outerShdw>
            </a:effectLst>
          </p:spPr>
          <p:txBody>
            <a:bodyPr rtlCol="0" anchor="ctr"/>
            <a:p>
              <a:pPr algn="ctr"/>
              <a:endParaRPr lang="zh-CN" altLang="en-US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22" name="文本框 21"/>
            <p:cNvSpPr txBox="1"/>
            <p:nvPr>
              <p:custDataLst>
                <p:tags r:id="rId11"/>
              </p:custDataLst>
            </p:nvPr>
          </p:nvSpPr>
          <p:spPr>
            <a:xfrm>
              <a:off x="10936" y="4378"/>
              <a:ext cx="4768" cy="13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p>
              <a:pPr>
                <a:lnSpc>
                  <a:spcPct val="150000"/>
                </a:lnSpc>
              </a:pPr>
              <a:r>
                <a:rPr lang="en-US" altLang="zh-CN" sz="1200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lang="zh-CN" altLang="en-US" sz="1200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月中下旬</a:t>
              </a:r>
              <a:endParaRPr lang="zh-CN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结合生态周边业务完善生态建设规范及奖励机制，进行生态宣导，促进资源共建</a:t>
              </a:r>
              <a:endPara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文本框 43"/>
            <p:cNvSpPr txBox="1"/>
            <p:nvPr>
              <p:custDataLst>
                <p:tags r:id="rId12"/>
              </p:custDataLst>
            </p:nvPr>
          </p:nvSpPr>
          <p:spPr>
            <a:xfrm>
              <a:off x="10951" y="3935"/>
              <a:ext cx="2032" cy="3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p>
              <a:r>
                <a:rPr lang="zh-CN" altLang="en-US" sz="1600" b="1" spc="100" dirty="0">
                  <a:solidFill>
                    <a:srgbClr val="376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生态规范与奖励机制</a:t>
              </a:r>
              <a:endParaRPr lang="zh-CN" altLang="en-US" sz="1600" b="1" spc="100" dirty="0">
                <a:solidFill>
                  <a:srgbClr val="376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3" name="直接连接符 22"/>
            <p:cNvCxnSpPr/>
            <p:nvPr>
              <p:custDataLst>
                <p:tags r:id="rId13"/>
              </p:custDataLst>
            </p:nvPr>
          </p:nvCxnSpPr>
          <p:spPr>
            <a:xfrm>
              <a:off x="7258" y="6827"/>
              <a:ext cx="0" cy="2268"/>
            </a:xfrm>
            <a:prstGeom prst="line">
              <a:avLst/>
            </a:prstGeom>
            <a:noFill/>
            <a:ln w="25400" cap="flat" cmpd="sng" algn="ctr">
              <a:gradFill>
                <a:gsLst>
                  <a:gs pos="9000">
                    <a:srgbClr val="376FFF">
                      <a:lumMod val="60000"/>
                      <a:lumOff val="40000"/>
                      <a:alpha val="0"/>
                    </a:srgbClr>
                  </a:gs>
                  <a:gs pos="100000">
                    <a:srgbClr val="376FFF">
                      <a:lumMod val="60000"/>
                      <a:lumOff val="40000"/>
                      <a:alpha val="60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sp>
          <p:nvSpPr>
            <p:cNvPr id="24" name="椭圆 23"/>
            <p:cNvSpPr/>
            <p:nvPr>
              <p:custDataLst>
                <p:tags r:id="rId14"/>
              </p:custDataLst>
            </p:nvPr>
          </p:nvSpPr>
          <p:spPr>
            <a:xfrm>
              <a:off x="7145" y="6400"/>
              <a:ext cx="227" cy="227"/>
            </a:xfrm>
            <a:prstGeom prst="ellipse">
              <a:avLst/>
            </a:prstGeom>
            <a:solidFill>
              <a:srgbClr val="376FFF"/>
            </a:solidFill>
            <a:ln w="44450" cap="flat" cmpd="sng" algn="ctr">
              <a:solidFill>
                <a:srgbClr val="FFFFFF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376FFF">
                  <a:alpha val="30000"/>
                </a:srgbClr>
              </a:outerShdw>
            </a:effectLst>
          </p:spPr>
          <p:txBody>
            <a:bodyPr rtlCol="0" anchor="ctr"/>
            <a:p>
              <a:pPr algn="ctr"/>
              <a:endParaRPr lang="zh-CN" altLang="en-US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25" name="文本框 24"/>
            <p:cNvSpPr txBox="1"/>
            <p:nvPr>
              <p:custDataLst>
                <p:tags r:id="rId15"/>
              </p:custDataLst>
            </p:nvPr>
          </p:nvSpPr>
          <p:spPr>
            <a:xfrm>
              <a:off x="7766" y="7856"/>
              <a:ext cx="4230" cy="13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p>
              <a:pPr>
                <a:lnSpc>
                  <a:spcPct val="150000"/>
                </a:lnSpc>
              </a:pPr>
              <a:r>
                <a:rPr lang="en-US" altLang="zh-CN" sz="1200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lang="zh-CN" altLang="en-US" sz="1200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月下旬</a:t>
              </a:r>
              <a:endParaRPr lang="zh-CN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平台通用能力的持续完善，深入业务民兵，挖掘更符合业务场景的资源建设，打造更丰富的生态货架</a:t>
              </a:r>
              <a:endPara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文本框 45"/>
            <p:cNvSpPr txBox="1"/>
            <p:nvPr>
              <p:custDataLst>
                <p:tags r:id="rId16"/>
              </p:custDataLst>
            </p:nvPr>
          </p:nvSpPr>
          <p:spPr>
            <a:xfrm>
              <a:off x="7753" y="7382"/>
              <a:ext cx="2032" cy="3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p>
              <a:r>
                <a:rPr lang="zh-CN" sz="1600" b="1" spc="100" dirty="0">
                  <a:solidFill>
                    <a:srgbClr val="376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业务场景挖掘</a:t>
              </a:r>
              <a:endParaRPr lang="zh-CN" sz="1600" b="1" spc="100" dirty="0">
                <a:solidFill>
                  <a:srgbClr val="376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26" name="直接连接符 25"/>
            <p:cNvCxnSpPr/>
            <p:nvPr>
              <p:custDataLst>
                <p:tags r:id="rId17"/>
              </p:custDataLst>
            </p:nvPr>
          </p:nvCxnSpPr>
          <p:spPr>
            <a:xfrm>
              <a:off x="13701" y="6827"/>
              <a:ext cx="0" cy="2268"/>
            </a:xfrm>
            <a:prstGeom prst="line">
              <a:avLst/>
            </a:prstGeom>
            <a:noFill/>
            <a:ln w="25400" cap="flat" cmpd="sng" algn="ctr">
              <a:gradFill>
                <a:gsLst>
                  <a:gs pos="9000">
                    <a:srgbClr val="376FFF">
                      <a:lumMod val="60000"/>
                      <a:lumOff val="40000"/>
                      <a:alpha val="0"/>
                    </a:srgbClr>
                  </a:gs>
                  <a:gs pos="100000">
                    <a:srgbClr val="376FFF">
                      <a:lumMod val="60000"/>
                      <a:lumOff val="40000"/>
                      <a:alpha val="60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sp>
          <p:nvSpPr>
            <p:cNvPr id="27" name="椭圆 26"/>
            <p:cNvSpPr/>
            <p:nvPr>
              <p:custDataLst>
                <p:tags r:id="rId18"/>
              </p:custDataLst>
            </p:nvPr>
          </p:nvSpPr>
          <p:spPr>
            <a:xfrm>
              <a:off x="13600" y="6400"/>
              <a:ext cx="227" cy="227"/>
            </a:xfrm>
            <a:prstGeom prst="ellipse">
              <a:avLst/>
            </a:prstGeom>
            <a:solidFill>
              <a:srgbClr val="376FFF"/>
            </a:solidFill>
            <a:ln w="44450" cap="flat" cmpd="sng" algn="ctr">
              <a:solidFill>
                <a:srgbClr val="FFFFFF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376FFF">
                  <a:alpha val="30000"/>
                </a:srgbClr>
              </a:outerShdw>
            </a:effectLst>
          </p:spPr>
          <p:txBody>
            <a:bodyPr rtlCol="0" anchor="ctr"/>
            <a:p>
              <a:pPr algn="ctr"/>
              <a:endParaRPr lang="zh-CN" altLang="en-US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31" name="文本框 30"/>
            <p:cNvSpPr txBox="1"/>
            <p:nvPr>
              <p:custDataLst>
                <p:tags r:id="rId19"/>
              </p:custDataLst>
            </p:nvPr>
          </p:nvSpPr>
          <p:spPr>
            <a:xfrm>
              <a:off x="14248" y="7856"/>
              <a:ext cx="3536" cy="13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p>
              <a:pPr>
                <a:lnSpc>
                  <a:spcPct val="150000"/>
                </a:lnSpc>
              </a:pPr>
              <a:r>
                <a:rPr lang="en-US" altLang="zh-CN" sz="1200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4</a:t>
              </a:r>
              <a:r>
                <a:rPr lang="zh-CN" altLang="en-US" sz="1200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月底</a:t>
              </a:r>
              <a:endParaRPr lang="zh-CN" altLang="en-US" sz="1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提取提示词广场，提前建立提示词模板，以及功能性需求开发</a:t>
              </a:r>
              <a:endPara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endPara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文本框 46"/>
            <p:cNvSpPr txBox="1"/>
            <p:nvPr>
              <p:custDataLst>
                <p:tags r:id="rId20"/>
              </p:custDataLst>
            </p:nvPr>
          </p:nvSpPr>
          <p:spPr>
            <a:xfrm>
              <a:off x="14274" y="7382"/>
              <a:ext cx="2032" cy="3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p>
              <a:pPr algn="l"/>
              <a:r>
                <a:rPr lang="zh-CN" sz="1600" b="1" spc="100" dirty="0">
                  <a:solidFill>
                    <a:srgbClr val="376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提示词广场建设</a:t>
              </a:r>
              <a:endParaRPr lang="en-US" altLang="zh-CN" sz="1600" b="1" spc="100" dirty="0">
                <a:solidFill>
                  <a:srgbClr val="376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椭圆 27"/>
            <p:cNvSpPr/>
            <p:nvPr>
              <p:custDataLst>
                <p:tags r:id="rId21"/>
              </p:custDataLst>
            </p:nvPr>
          </p:nvSpPr>
          <p:spPr>
            <a:xfrm>
              <a:off x="1290" y="6400"/>
              <a:ext cx="227" cy="227"/>
            </a:xfrm>
            <a:prstGeom prst="ellipse">
              <a:avLst/>
            </a:prstGeom>
            <a:solidFill>
              <a:srgbClr val="376FFF"/>
            </a:solidFill>
            <a:ln w="44450" cap="flat" cmpd="sng" algn="ctr">
              <a:solidFill>
                <a:srgbClr val="FFFFFF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376FFF">
                  <a:alpha val="30000"/>
                </a:srgbClr>
              </a:outerShdw>
            </a:effectLst>
          </p:spPr>
          <p:txBody>
            <a:bodyPr rtlCol="0" anchor="ctr"/>
            <a:p>
              <a:pPr algn="ctr"/>
              <a:endParaRPr lang="zh-CN" altLang="en-US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30" name="文本框 29"/>
            <p:cNvSpPr txBox="1"/>
            <p:nvPr>
              <p:custDataLst>
                <p:tags r:id="rId22"/>
              </p:custDataLst>
            </p:nvPr>
          </p:nvSpPr>
          <p:spPr>
            <a:xfrm>
              <a:off x="725" y="6827"/>
              <a:ext cx="2829" cy="13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p>
              <a:pPr>
                <a:lnSpc>
                  <a:spcPct val="150000"/>
                </a:lnSpc>
              </a:pPr>
              <a:r>
                <a:rPr lang="en-US" altLang="zh-CN" sz="1200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lang="zh-CN" altLang="en-US" sz="1200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月上旬</a:t>
              </a:r>
              <a:endPara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测试环境资源分类、迁移、建设全部已完成</a:t>
              </a:r>
              <a:endPara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23"/>
              </p:custDataLst>
            </p:nvPr>
          </p:nvSpPr>
          <p:spPr>
            <a:xfrm>
              <a:off x="848" y="5733"/>
              <a:ext cx="2032" cy="3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p>
              <a:r>
                <a:rPr lang="zh-CN" sz="1600" b="1" spc="1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测试环境资源建设</a:t>
              </a:r>
              <a:endParaRPr lang="zh-CN" sz="1600" b="1" spc="1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2474_3*l_h_a*1_1_1"/>
  <p:tag name="KSO_WM_TEMPLATE_CATEGORY" val="diagram"/>
  <p:tag name="KSO_WM_TEMPLATE_INDEX" val="20232474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85.0999667334368,&quot;left&quot;:43.65000000000001,&quot;top&quot;:86.77503937007872,&quot;width&quot;:892.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6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2474_3*l_h_i*1_1_1"/>
  <p:tag name="KSO_WM_TEMPLATE_CATEGORY" val="diagram"/>
  <p:tag name="KSO_WM_TEMPLATE_INDEX" val="20232474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85.0999667334368,&quot;left&quot;:43.65000000000001,&quot;top&quot;:86.77503937007872,&quot;width&quot;:892.3}"/>
  <p:tag name="KSO_WM_DIAGRAM_COLOR_MATCH_VALUE" val="{&quot;shape&quot;:{&quot;fill&quot;:{&quot;solid&quot;:{&quot;brightness&quot;:0,&quot;colorType&quot;:1,&quot;foreColorIndex&quot;:4,&quot;transparency&quot;:0.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4"/>
  <p:tag name="KSO_WM_UNIT_FILL_FORE_SCHEMECOLOR_INDEX_BRIGHTNESS" val="0"/>
  <p:tag name="KSO_WM_DIAGRAM_USE_COLOR_VALUE" val="{&quot;color_scheme&quot;:1,&quot;color_type&quot;:1,&quot;theme_color_indexes&quot;:[]}"/>
</p:tagLst>
</file>

<file path=ppt/tags/tag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2474_3*l_h_a*1_2_1"/>
  <p:tag name="KSO_WM_TEMPLATE_CATEGORY" val="diagram"/>
  <p:tag name="KSO_WM_TEMPLATE_INDEX" val="20232474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85.0999667334368,&quot;left&quot;:43.65000000000001,&quot;top&quot;:86.77503937007872,&quot;width&quot;:892.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6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2474_3*l_h_a*1_3_1"/>
  <p:tag name="KSO_WM_TEMPLATE_CATEGORY" val="diagram"/>
  <p:tag name="KSO_WM_TEMPLATE_INDEX" val="20232474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85.0999667334368,&quot;left&quot;:43.65000000000001,&quot;top&quot;:86.77503937007872,&quot;width&quot;:892.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6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2474_3*l_h_i*1_3_1"/>
  <p:tag name="KSO_WM_TEMPLATE_CATEGORY" val="diagram"/>
  <p:tag name="KSO_WM_TEMPLATE_INDEX" val="20232474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85.0999667334368,&quot;left&quot;:43.65000000000001,&quot;top&quot;:86.77503937007872,&quot;width&quot;:892.3}"/>
  <p:tag name="KSO_WM_DIAGRAM_COLOR_MATCH_VALUE" val="{&quot;shape&quot;:{&quot;fill&quot;:{&quot;solid&quot;:{&quot;brightness&quot;:0,&quot;colorType&quot;:1,&quot;foreColorIndex&quot;:4,&quot;transparency&quot;:0.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4"/>
  <p:tag name="KSO_WM_UNIT_FILL_FORE_SCHEMECOLOR_INDEX_BRIGHTNESS" val="0"/>
  <p:tag name="KSO_WM_DIAGRAM_USE_COLOR_VALUE" val="{&quot;color_scheme&quot;:1,&quot;color_type&quot;:1,&quot;theme_color_indexes&quot;:[]}"/>
</p:tagLst>
</file>

<file path=ppt/tags/tag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32474_3*l_h_a*1_4_1"/>
  <p:tag name="KSO_WM_TEMPLATE_CATEGORY" val="diagram"/>
  <p:tag name="KSO_WM_TEMPLATE_INDEX" val="20232474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85.0999667334368,&quot;left&quot;:43.65000000000001,&quot;top&quot;:86.77503937007872,&quot;width&quot;:892.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6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32474_3*l_h_i*1_4_1"/>
  <p:tag name="KSO_WM_TEMPLATE_CATEGORY" val="diagram"/>
  <p:tag name="KSO_WM_TEMPLATE_INDEX" val="20232474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85.0999667334368,&quot;left&quot;:43.65000000000001,&quot;top&quot;:86.77503937007872,&quot;width&quot;:892.3}"/>
  <p:tag name="KSO_WM_DIAGRAM_COLOR_MATCH_VALUE" val="{&quot;shape&quot;:{&quot;fill&quot;:{&quot;solid&quot;:{&quot;brightness&quot;:0,&quot;colorType&quot;:1,&quot;foreColorIndex&quot;:4,&quot;transparency&quot;:0.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4"/>
  <p:tag name="KSO_WM_UNIT_FILL_FORE_SCHEMECOLOR_INDEX_BRIGHTNESS" val="0"/>
  <p:tag name="KSO_WM_DIAGRAM_USE_COLOR_VALUE" val="{&quot;color_scheme&quot;:1,&quot;color_type&quot;:1,&quot;theme_color_indexes&quot;:[]}"/>
</p:tagLst>
</file>

<file path=ppt/tags/tag11.xml><?xml version="1.0" encoding="utf-8"?>
<p:tagLst xmlns:p="http://schemas.openxmlformats.org/presentationml/2006/main">
  <p:tag name="KSO_WM_UNIT_COMPATIBLE" val="0"/>
  <p:tag name="KSO_WM_UNIT_DIAGRAM_ISREFERUNIT" val="0"/>
  <p:tag name="KSO_WM_UNIT_TYPE" val="l_h_i"/>
  <p:tag name="KSO_WM_TEMPLATE_INDEX" val="20231873"/>
  <p:tag name="KSO_WM_TAG_VERSION" val="3.0"/>
  <p:tag name="KSO_WM_DIAGRAM_COLOR_TRICK" val="1"/>
  <p:tag name="KSO_WM_DIAGRAM_MAX_ITEMCNT" val="5"/>
  <p:tag name="KSO_WM_DIAGRAM_VIRTUALLY_FRAME" val="{&quot;height&quot;:258.0750393700788,&quot;left&quot;:244.90000610351564,&quot;top&quot;:149.17496062992126,&quot;width&quot;:553.1499877929688}"/>
  <p:tag name="KSO_WM_UNIT_HIGHLIGHT" val="0"/>
  <p:tag name="KSO_WM_UNIT_DIAGRAM_ISNUMVISUAL" val="0"/>
  <p:tag name="KSO_WM_DIAGRAM_GROUP_CODE" val="l1-1"/>
  <p:tag name="KSO_WM_UNIT_SUBTYPE" val="d"/>
  <p:tag name="KSO_WM_UNIT_INDEX" val="1_1_1"/>
  <p:tag name="KSO_WM_UNIT_ID" val="diagram20231873_3*l_h_i*1_1_1"/>
  <p:tag name="KSO_WM_TEMPLATE_CATEGORY" val="diagram"/>
  <p:tag name="KSO_WM_UNIT_LAYERLEVEL" val="1_1_1"/>
  <p:tag name="KSO_WM_DIAGRAM_VERSION" val="3"/>
  <p:tag name="KSO_WM_DIAGRAM_COLOR_TEXT_CAN_REMOVE" val="n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12.xml><?xml version="1.0" encoding="utf-8"?>
<p:tagLst xmlns:p="http://schemas.openxmlformats.org/presentationml/2006/main">
  <p:tag name="KSO_WM_UNIT_COMPATIBLE" val="0"/>
  <p:tag name="KSO_WM_UNIT_DIAGRAM_ISREFERUNIT" val="0"/>
  <p:tag name="KSO_WM_UNIT_TYPE" val="l_h_i"/>
  <p:tag name="KSO_WM_TEMPLATE_INDEX" val="20231873"/>
  <p:tag name="KSO_WM_TAG_VERSION" val="3.0"/>
  <p:tag name="KSO_WM_DIAGRAM_COLOR_TRICK" val="1"/>
  <p:tag name="KSO_WM_DIAGRAM_MAX_ITEMCNT" val="5"/>
  <p:tag name="KSO_WM_DIAGRAM_VIRTUALLY_FRAME" val="{&quot;height&quot;:258.0750393700788,&quot;left&quot;:244.90000610351564,&quot;top&quot;:149.17496062992126,&quot;width&quot;:553.1499877929688}"/>
  <p:tag name="KSO_WM_UNIT_HIGHLIGHT" val="0"/>
  <p:tag name="KSO_WM_UNIT_DIAGRAM_ISNUMVISUAL" val="0"/>
  <p:tag name="KSO_WM_DIAGRAM_GROUP_CODE" val="l1-1"/>
  <p:tag name="KSO_WM_UNIT_SUBTYPE" val="d"/>
  <p:tag name="KSO_WM_UNIT_INDEX" val="1_1_1"/>
  <p:tag name="KSO_WM_UNIT_ID" val="diagram20231873_3*l_h_i*1_1_1"/>
  <p:tag name="KSO_WM_TEMPLATE_CATEGORY" val="diagram"/>
  <p:tag name="KSO_WM_UNIT_LAYERLEVEL" val="1_1_1"/>
  <p:tag name="KSO_WM_DIAGRAM_VERSION" val="3"/>
  <p:tag name="KSO_WM_DIAGRAM_COLOR_TEXT_CAN_REMOVE" val="n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13.xml><?xml version="1.0" encoding="utf-8"?>
<p:tagLst xmlns:p="http://schemas.openxmlformats.org/presentationml/2006/main">
  <p:tag name="KSO_WM_UNIT_COMPATIBLE" val="0"/>
  <p:tag name="KSO_WM_UNIT_DIAGRAM_ISREFERUNIT" val="0"/>
  <p:tag name="KSO_WM_UNIT_TYPE" val="l_h_i"/>
  <p:tag name="KSO_WM_TEMPLATE_INDEX" val="20231873"/>
  <p:tag name="KSO_WM_TAG_VERSION" val="3.0"/>
  <p:tag name="KSO_WM_DIAGRAM_COLOR_TRICK" val="1"/>
  <p:tag name="KSO_WM_DIAGRAM_MAX_ITEMCNT" val="5"/>
  <p:tag name="KSO_WM_DIAGRAM_VIRTUALLY_FRAME" val="{&quot;height&quot;:258.0750393700788,&quot;left&quot;:244.90000610351564,&quot;top&quot;:149.17496062992126,&quot;width&quot;:553.1499877929688}"/>
  <p:tag name="KSO_WM_UNIT_HIGHLIGHT" val="0"/>
  <p:tag name="KSO_WM_UNIT_DIAGRAM_ISNUMVISUAL" val="0"/>
  <p:tag name="KSO_WM_DIAGRAM_GROUP_CODE" val="l1-1"/>
  <p:tag name="KSO_WM_UNIT_SUBTYPE" val="d"/>
  <p:tag name="KSO_WM_UNIT_INDEX" val="1_1_1"/>
  <p:tag name="KSO_WM_UNIT_ID" val="diagram20231873_3*l_h_i*1_1_1"/>
  <p:tag name="KSO_WM_TEMPLATE_CATEGORY" val="diagram"/>
  <p:tag name="KSO_WM_UNIT_LAYERLEVEL" val="1_1_1"/>
  <p:tag name="KSO_WM_DIAGRAM_VERSION" val="3"/>
  <p:tag name="KSO_WM_DIAGRAM_COLOR_TEXT_CAN_REMOVE" val="n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14.xml><?xml version="1.0" encoding="utf-8"?>
<p:tagLst xmlns:p="http://schemas.openxmlformats.org/presentationml/2006/main">
  <p:tag name="KSO_WM_UNIT_COMPATIBLE" val="0"/>
  <p:tag name="KSO_WM_UNIT_DIAGRAM_ISREFERUNIT" val="0"/>
  <p:tag name="KSO_WM_UNIT_TYPE" val="l_h_i"/>
  <p:tag name="KSO_WM_TEMPLATE_INDEX" val="20231873"/>
  <p:tag name="KSO_WM_TAG_VERSION" val="3.0"/>
  <p:tag name="KSO_WM_DIAGRAM_COLOR_TRICK" val="1"/>
  <p:tag name="KSO_WM_DIAGRAM_MAX_ITEMCNT" val="5"/>
  <p:tag name="KSO_WM_DIAGRAM_VIRTUALLY_FRAME" val="{&quot;height&quot;:258.0750393700788,&quot;left&quot;:244.90000610351564,&quot;top&quot;:149.17496062992126,&quot;width&quot;:553.1499877929688}"/>
  <p:tag name="KSO_WM_UNIT_HIGHLIGHT" val="0"/>
  <p:tag name="KSO_WM_UNIT_DIAGRAM_ISNUMVISUAL" val="0"/>
  <p:tag name="KSO_WM_DIAGRAM_GROUP_CODE" val="l1-1"/>
  <p:tag name="KSO_WM_UNIT_SUBTYPE" val="d"/>
  <p:tag name="KSO_WM_UNIT_INDEX" val="1_1_1"/>
  <p:tag name="KSO_WM_UNIT_ID" val="diagram20231873_3*l_h_i*1_1_1"/>
  <p:tag name="KSO_WM_TEMPLATE_CATEGORY" val="diagram"/>
  <p:tag name="KSO_WM_UNIT_LAYERLEVEL" val="1_1_1"/>
  <p:tag name="KSO_WM_DIAGRAM_VERSION" val="3"/>
  <p:tag name="KSO_WM_DIAGRAM_COLOR_TEXT_CAN_REMOVE" val="n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1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2474_3*l_h_f*1_1_1"/>
  <p:tag name="KSO_WM_TEMPLATE_CATEGORY" val="diagram"/>
  <p:tag name="KSO_WM_TEMPLATE_INDEX" val="20232474"/>
  <p:tag name="KSO_WM_UNIT_LAYERLEVEL" val="1_1_1"/>
  <p:tag name="KSO_WM_TAG_VERSION" val="3.0"/>
  <p:tag name="KSO_WM_UNIT_VALUE" val="33"/>
  <p:tag name="KSO_WM_DIAGRAM_MAX_ITEMCNT" val="4"/>
  <p:tag name="KSO_WM_DIAGRAM_MIN_ITEMCNT" val="2"/>
  <p:tag name="KSO_WM_DIAGRAM_VIRTUALLY_FRAME" val="{&quot;height&quot;:385.0999667334368,&quot;left&quot;:43.65000000000001,&quot;top&quot;:86.77503937007872,&quot;width&quot;:892.3}"/>
  <p:tag name="KSO_WM_DIAGRAM_COLOR_MATCH_VALUE" val="{&quot;shape&quot;:{&quot;fill&quot;:{&quot;gradient&quot;:[{&quot;brightness&quot;:-0.25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TEXT_TYPE" val="1"/>
  <p:tag name="KSO_WM_UNIT_TEXT_LAYER_COUNT" val="1"/>
  <p:tag name="KSO_WM_BEAUTIFY_FLAG" val="#wm#"/>
  <p:tag name="KSO_WM_UNIT_PRESET_TEXT" val="单击此处添加文本具体内容，简明扼要地阐述您的观点，根据需要可酌情增减文字单击此处添加文本具体内容"/>
  <p:tag name="KSO_WM_UNIT_FILL_TYPE" val="3"/>
  <p:tag name="KSO_WM_DIAGRAM_USE_COLOR_VALUE" val="{&quot;color_scheme&quot;:1,&quot;color_type&quot;:1,&quot;theme_color_indexes&quot;:[]}"/>
</p:tagLst>
</file>

<file path=ppt/tags/tag16.xml><?xml version="1.0" encoding="utf-8"?>
<p:tagLst xmlns:p="http://schemas.openxmlformats.org/presentationml/2006/main">
  <p:tag name="KSO_WM_DIAGRAM_VIRTUALLY_FRAME" val="{&quot;height&quot;:385.0999667334368,&quot;left&quot;:43.65000000000001,&quot;top&quot;:86.77503937007872,&quot;width&quot;:892.3}"/>
</p:tagLst>
</file>

<file path=ppt/tags/tag1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2474_3*l_h_f*1_2_1"/>
  <p:tag name="KSO_WM_TEMPLATE_CATEGORY" val="diagram"/>
  <p:tag name="KSO_WM_TEMPLATE_INDEX" val="20232474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85.0999667334368,&quot;left&quot;:43.65000000000001,&quot;top&quot;:86.77503937007872,&quot;width&quot;:892.3}"/>
  <p:tag name="KSO_WM_UNIT_VALUE" val="44"/>
  <p:tag name="KSO_WM_DIAGRAM_COLOR_MATCH_VALUE" val="{&quot;shape&quot;:{&quot;fill&quot;:{&quot;gradient&quot;:[{&quot;brightness&quot;:-0.25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TEXT_TYPE" val="1"/>
  <p:tag name="KSO_WM_UNIT_TEXT_LAYER_COUNT" val="1"/>
  <p:tag name="KSO_WM_BEAUTIFY_FLAG" val="#wm#"/>
  <p:tag name="KSO_WM_UNIT_PRESET_TEXT" val="单击此处添加文本具体内容，简明扼要地阐述您的观点思想，根据需要可酌情增减文字单击此处添加文本具体内容"/>
  <p:tag name="KSO_WM_UNIT_FILL_TYPE" val="3"/>
  <p:tag name="KSO_WM_DIAGRAM_USE_COLOR_VALUE" val="{&quot;color_scheme&quot;:1,&quot;color_type&quot;:1,&quot;theme_color_indexes&quot;:[]}"/>
</p:tagLst>
</file>

<file path=ppt/tags/tag1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2474_3*l_h_i*1_2_1"/>
  <p:tag name="KSO_WM_TEMPLATE_CATEGORY" val="diagram"/>
  <p:tag name="KSO_WM_TEMPLATE_INDEX" val="20232474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85.0999667334368,&quot;left&quot;:43.65000000000001,&quot;top&quot;:86.77503937007872,&quot;width&quot;:892.3}"/>
  <p:tag name="KSO_WM_DIAGRAM_COLOR_MATCH_VALUE" val="{&quot;shape&quot;:{&quot;fill&quot;:{&quot;solid&quot;:{&quot;brightness&quot;:0,&quot;colorType&quot;:1,&quot;foreColorIndex&quot;:4,&quot;transparency&quot;:0.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4"/>
  <p:tag name="KSO_WM_UNIT_FILL_FORE_SCHEMECOLOR_INDEX_BRIGHTNESS" val="0"/>
  <p:tag name="KSO_WM_DIAGRAM_USE_COLOR_VALUE" val="{&quot;color_scheme&quot;:1,&quot;color_type&quot;:1,&quot;theme_color_indexes&quot;:[]}"/>
</p:tagLst>
</file>

<file path=ppt/tags/tag19.xml><?xml version="1.0" encoding="utf-8"?>
<p:tagLst xmlns:p="http://schemas.openxmlformats.org/presentationml/2006/main">
  <p:tag name="KSO_WM_DIAGRAM_VIRTUALLY_FRAME" val="{&quot;height&quot;:385.0999667334368,&quot;left&quot;:43.65000000000001,&quot;top&quot;:86.77503937007872,&quot;width&quot;:892.3}"/>
</p:tagLst>
</file>

<file path=ppt/tags/tag2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2474_3*l_h_f*1_3_1"/>
  <p:tag name="KSO_WM_TEMPLATE_CATEGORY" val="diagram"/>
  <p:tag name="KSO_WM_TEMPLATE_INDEX" val="20232474"/>
  <p:tag name="KSO_WM_UNIT_LAYERLEVEL" val="1_1_1"/>
  <p:tag name="KSO_WM_TAG_VERSION" val="3.0"/>
  <p:tag name="KSO_WM_UNIT_VALUE" val="44"/>
  <p:tag name="KSO_WM_DIAGRAM_MAX_ITEMCNT" val="4"/>
  <p:tag name="KSO_WM_DIAGRAM_MIN_ITEMCNT" val="2"/>
  <p:tag name="KSO_WM_DIAGRAM_VIRTUALLY_FRAME" val="{&quot;height&quot;:385.0999667334368,&quot;left&quot;:43.65000000000001,&quot;top&quot;:86.77503937007872,&quot;width&quot;:892.3}"/>
  <p:tag name="KSO_WM_DIAGRAM_COLOR_MATCH_VALUE" val="{&quot;shape&quot;:{&quot;fill&quot;:{&quot;gradient&quot;:[{&quot;brightness&quot;:-0.25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TEXT_TYPE" val="1"/>
  <p:tag name="KSO_WM_UNIT_TEXT_LAYER_COUNT" val="1"/>
  <p:tag name="KSO_WM_BEAUTIFY_FLAG" val="#wm#"/>
  <p:tag name="KSO_WM_UNIT_PRESET_TEXT" val="单击此处添加文本具体内容，简明扼要地阐述您的观点，根据需要可酌情增减文字单击此处添加文本具体内容"/>
  <p:tag name="KSO_WM_UNIT_FILL_TYPE" val="3"/>
  <p:tag name="KSO_WM_DIAGRAM_USE_COLOR_VALUE" val="{&quot;color_scheme&quot;:1,&quot;color_type&quot;:1,&quot;theme_color_indexes&quot;:[]}"/>
</p:tagLst>
</file>

<file path=ppt/tags/tag21.xml><?xml version="1.0" encoding="utf-8"?>
<p:tagLst xmlns:p="http://schemas.openxmlformats.org/presentationml/2006/main">
  <p:tag name="KSO_WM_DIAGRAM_VIRTUALLY_FRAME" val="{&quot;height&quot;:385.0999667334368,&quot;left&quot;:43.65000000000001,&quot;top&quot;:86.77503937007872,&quot;width&quot;:892.3}"/>
</p:tagLst>
</file>

<file path=ppt/tags/tag2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2474_3*l_h_f*1_4_1"/>
  <p:tag name="KSO_WM_TEMPLATE_CATEGORY" val="diagram"/>
  <p:tag name="KSO_WM_TEMPLATE_INDEX" val="20232474"/>
  <p:tag name="KSO_WM_UNIT_LAYERLEVEL" val="1_1_1"/>
  <p:tag name="KSO_WM_TAG_VERSION" val="3.0"/>
  <p:tag name="KSO_WM_UNIT_VALUE" val="44"/>
  <p:tag name="KSO_WM_DIAGRAM_MAX_ITEMCNT" val="4"/>
  <p:tag name="KSO_WM_DIAGRAM_MIN_ITEMCNT" val="2"/>
  <p:tag name="KSO_WM_DIAGRAM_VIRTUALLY_FRAME" val="{&quot;height&quot;:385.0999667334368,&quot;left&quot;:43.65000000000001,&quot;top&quot;:86.77503937007872,&quot;width&quot;:892.3}"/>
  <p:tag name="KSO_WM_DIAGRAM_COLOR_MATCH_VALUE" val="{&quot;shape&quot;:{&quot;fill&quot;:{&quot;gradient&quot;:[{&quot;brightness&quot;:-0.25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TEXT_TYPE" val="1"/>
  <p:tag name="KSO_WM_UNIT_TEXT_LAYER_COUNT" val="1"/>
  <p:tag name="KSO_WM_BEAUTIFY_FLAG" val="#wm#"/>
  <p:tag name="KSO_WM_UNIT_PRESET_TEXT" val="单击此处添加文本具体内容，简明扼要地阐述您的观点思想，根据需要可酌情增减文字单击此处添加文本具体内容"/>
  <p:tag name="KSO_WM_UNIT_FILL_TYPE" val="3"/>
  <p:tag name="KSO_WM_DIAGRAM_USE_COLOR_VALUE" val="{&quot;color_scheme&quot;:1,&quot;color_type&quot;:1,&quot;theme_color_indexes&quot;:[]}"/>
</p:tagLst>
</file>

<file path=ppt/tags/tag2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1"/>
  <p:tag name="KSO_WM_UNIT_ID" val="diagram40492858_1*m_i*1_1"/>
  <p:tag name="KSO_WM_TEMPLATE_CATEGORY" val="diagram"/>
  <p:tag name="KSO_WM_TEMPLATE_INDEX" val="40492858"/>
  <p:tag name="KSO_WM_UNIT_LAYERLEVEL" val="1_1"/>
  <p:tag name="KSO_WM_TAG_VERSION" val="3.0"/>
  <p:tag name="KSO_WM_BEAUTIFY_FLAG" val="#wm#"/>
  <p:tag name="KSO_WM_UNIT_FILL_TYPE" val="3"/>
  <p:tag name="KSO_WM_DIAGRAM_MAX_ITEMCNT" val="4"/>
  <p:tag name="KSO_WM_DIAGRAM_MIN_ITEMCNT" val="4"/>
  <p:tag name="KSO_WM_DIAGRAM_VIRTUALLY_FRAME" val="{&quot;height&quot;:441.95251968503936,&quot;left&quot;:4.3,&quot;top&quot;:105.9,&quot;width&quot;:960}"/>
  <p:tag name="KSO_WM_DIAGRAM_COLOR_MATCH_VALUE" val="{&quot;shape&quot;:{&quot;fill&quot;:{&quot;gradient&quot;:[{&quot;brightness&quot;:0,&quot;colorType&quot;:1,&quot;foreColorIndex&quot;:5,&quot;pos&quot;:0,&quot;transparency&quot;:0.8999999761581421},{&quot;brightness&quot;:0,&quot;colorType&quot;:1,&quot;foreColorIndex&quot;:5,&quot;pos&quot;:1,&quot;transparency&quot;:0.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2"/>
  <p:tag name="KSO_WM_UNIT_ID" val="diagram40492858_1*m_i*1_2"/>
  <p:tag name="KSO_WM_TEMPLATE_CATEGORY" val="diagram"/>
  <p:tag name="KSO_WM_TEMPLATE_INDEX" val="40492858"/>
  <p:tag name="KSO_WM_UNIT_LAYERLEVEL" val="1_1"/>
  <p:tag name="KSO_WM_TAG_VERSION" val="3.0"/>
  <p:tag name="KSO_WM_BEAUTIFY_FLAG" val="#wm#"/>
  <p:tag name="KSO_WM_UNIT_LINE_FORE_SCHEMECOLOR_INDEX" val="5"/>
  <p:tag name="KSO_WM_DIAGRAM_MAX_ITEMCNT" val="4"/>
  <p:tag name="KSO_WM_DIAGRAM_MIN_ITEMCNT" val="4"/>
  <p:tag name="KSO_WM_DIAGRAM_VIRTUALLY_FRAME" val="{&quot;height&quot;:441.95251968503936,&quot;left&quot;:4.3,&quot;top&quot;:105.9,&quot;width&quot;:960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40492858_1*m_h_i*1_1_1"/>
  <p:tag name="KSO_WM_TEMPLATE_CATEGORY" val="diagram"/>
  <p:tag name="KSO_WM_TEMPLATE_INDEX" val="40492858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DIAGRAM_MAX_ITEMCNT" val="4"/>
  <p:tag name="KSO_WM_DIAGRAM_MIN_ITEMCNT" val="4"/>
  <p:tag name="KSO_WM_DIAGRAM_VIRTUALLY_FRAME" val="{&quot;height&quot;:441.95251968503936,&quot;left&quot;:4.3,&quot;top&quot;:105.9,&quot;width&quot;:960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-0.25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40492858_1*m_h_i*1_2_1"/>
  <p:tag name="KSO_WM_TEMPLATE_CATEGORY" val="diagram"/>
  <p:tag name="KSO_WM_TEMPLATE_INDEX" val="40492858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DIAGRAM_MAX_ITEMCNT" val="4"/>
  <p:tag name="KSO_WM_DIAGRAM_MIN_ITEMCNT" val="4"/>
  <p:tag name="KSO_WM_DIAGRAM_VIRTUALLY_FRAME" val="{&quot;height&quot;:441.95251968503936,&quot;left&quot;:4.3,&quot;top&quot;:105.9,&quot;width&quot;:960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-0.25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40492858_1*m_h_i*1_3_1"/>
  <p:tag name="KSO_WM_TEMPLATE_CATEGORY" val="diagram"/>
  <p:tag name="KSO_WM_TEMPLATE_INDEX" val="40492858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DIAGRAM_MAX_ITEMCNT" val="4"/>
  <p:tag name="KSO_WM_DIAGRAM_MIN_ITEMCNT" val="4"/>
  <p:tag name="KSO_WM_DIAGRAM_VIRTUALLY_FRAME" val="{&quot;height&quot;:441.95251968503936,&quot;left&quot;:4.3,&quot;top&quot;:105.9,&quot;width&quot;:960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-0.25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1"/>
  <p:tag name="KSO_WM_UNIT_ID" val="diagram40492858_1*m_h_i*1_4_1"/>
  <p:tag name="KSO_WM_TEMPLATE_CATEGORY" val="diagram"/>
  <p:tag name="KSO_WM_TEMPLATE_INDEX" val="40492858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DIAGRAM_MAX_ITEMCNT" val="4"/>
  <p:tag name="KSO_WM_DIAGRAM_MIN_ITEMCNT" val="4"/>
  <p:tag name="KSO_WM_DIAGRAM_VIRTUALLY_FRAME" val="{&quot;height&quot;:441.95251968503936,&quot;left&quot;:4.3,&quot;top&quot;:105.9,&quot;width&quot;:960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-0.25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2"/>
  <p:tag name="KSO_WM_UNIT_ID" val="diagram40492858_1*m_h_i*1_1_2"/>
  <p:tag name="KSO_WM_TEMPLATE_CATEGORY" val="diagram"/>
  <p:tag name="KSO_WM_TEMPLATE_INDEX" val="40492858"/>
  <p:tag name="KSO_WM_UNIT_LAYERLEVEL" val="1_1_1"/>
  <p:tag name="KSO_WM_TAG_VERSION" val="3.0"/>
  <p:tag name="KSO_WM_BEAUTIFY_FLAG" val="#wm#"/>
  <p:tag name="KSO_WM_DIAGRAM_MAX_ITEMCNT" val="4"/>
  <p:tag name="KSO_WM_DIAGRAM_MIN_ITEMCNT" val="4"/>
  <p:tag name="KSO_WM_DIAGRAM_VIRTUALLY_FRAME" val="{&quot;height&quot;:441.95251968503936,&quot;left&quot;:4.3,&quot;top&quot;:105.9,&quot;width&quot;:960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},{&quot;brightness&quot;:0,&quot;colorType&quot;:2,&quot;pos&quot;:1,&quot;rgb&quot;:&quot;#ffffff&quot;,&quot;transparency&quot;:0.800000011920929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3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2"/>
  <p:tag name="KSO_WM_UNIT_ID" val="diagram40492858_1*m_h_i*1_2_2"/>
  <p:tag name="KSO_WM_TEMPLATE_CATEGORY" val="diagram"/>
  <p:tag name="KSO_WM_TEMPLATE_INDEX" val="40492858"/>
  <p:tag name="KSO_WM_UNIT_LAYERLEVEL" val="1_1_1"/>
  <p:tag name="KSO_WM_TAG_VERSION" val="3.0"/>
  <p:tag name="KSO_WM_BEAUTIFY_FLAG" val="#wm#"/>
  <p:tag name="KSO_WM_DIAGRAM_MAX_ITEMCNT" val="4"/>
  <p:tag name="KSO_WM_DIAGRAM_MIN_ITEMCNT" val="4"/>
  <p:tag name="KSO_WM_DIAGRAM_VIRTUALLY_FRAME" val="{&quot;height&quot;:441.95251968503936,&quot;left&quot;:4.3,&quot;top&quot;:105.9,&quot;width&quot;:960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},{&quot;brightness&quot;:0,&quot;colorType&quot;:2,&quot;pos&quot;:1,&quot;rgb&quot;:&quot;#ffffff&quot;,&quot;transparency&quot;:0.800000011920929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3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2"/>
  <p:tag name="KSO_WM_UNIT_ID" val="diagram40492858_1*m_h_i*1_3_2"/>
  <p:tag name="KSO_WM_TEMPLATE_CATEGORY" val="diagram"/>
  <p:tag name="KSO_WM_TEMPLATE_INDEX" val="40492858"/>
  <p:tag name="KSO_WM_UNIT_LAYERLEVEL" val="1_1_1"/>
  <p:tag name="KSO_WM_TAG_VERSION" val="3.0"/>
  <p:tag name="KSO_WM_BEAUTIFY_FLAG" val="#wm#"/>
  <p:tag name="KSO_WM_DIAGRAM_MAX_ITEMCNT" val="4"/>
  <p:tag name="KSO_WM_DIAGRAM_MIN_ITEMCNT" val="4"/>
  <p:tag name="KSO_WM_DIAGRAM_VIRTUALLY_FRAME" val="{&quot;height&quot;:441.95251968503936,&quot;left&quot;:4.3,&quot;top&quot;:105.9,&quot;width&quot;:960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},{&quot;brightness&quot;:0,&quot;colorType&quot;:2,&quot;pos&quot;:1,&quot;rgb&quot;:&quot;#ffffff&quot;,&quot;transparency&quot;:0.800000011920929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3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2"/>
  <p:tag name="KSO_WM_UNIT_ID" val="diagram40492858_1*m_h_i*1_4_2"/>
  <p:tag name="KSO_WM_TEMPLATE_CATEGORY" val="diagram"/>
  <p:tag name="KSO_WM_TEMPLATE_INDEX" val="40492858"/>
  <p:tag name="KSO_WM_UNIT_LAYERLEVEL" val="1_1_1"/>
  <p:tag name="KSO_WM_TAG_VERSION" val="3.0"/>
  <p:tag name="KSO_WM_BEAUTIFY_FLAG" val="#wm#"/>
  <p:tag name="KSO_WM_DIAGRAM_MAX_ITEMCNT" val="4"/>
  <p:tag name="KSO_WM_DIAGRAM_MIN_ITEMCNT" val="4"/>
  <p:tag name="KSO_WM_DIAGRAM_VIRTUALLY_FRAME" val="{&quot;height&quot;:441.95251968503936,&quot;left&quot;:4.3,&quot;top&quot;:105.9,&quot;width&quot;:960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},{&quot;brightness&quot;:0,&quot;colorType&quot;:2,&quot;pos&quot;:1,&quot;rgb&quot;:&quot;#ffffff&quot;,&quot;transparency&quot;:0.800000011920929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3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1_1"/>
  <p:tag name="KSO_WM_UNIT_ID" val="diagram40492858_1*m_h_a*1_1_1"/>
  <p:tag name="KSO_WM_TEMPLATE_CATEGORY" val="diagram"/>
  <p:tag name="KSO_WM_TEMPLATE_INDEX" val="40492858"/>
  <p:tag name="KSO_WM_UNIT_LAYERLEVEL" val="1_1_1"/>
  <p:tag name="KSO_WM_TAG_VERSION" val="3.0"/>
  <p:tag name="KSO_WM_BEAUTIFY_FLAG" val="#wm#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4"/>
  <p:tag name="KSO_WM_DIAGRAM_MIN_ITEMCNT" val="4"/>
  <p:tag name="KSO_WM_DIAGRAM_VIRTUALLY_FRAME" val="{&quot;height&quot;:441.95251968503936,&quot;left&quot;:4.3,&quot;top&quot;:105.9,&quot;width&quot;:96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3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40492858_1*m_h_f*1_1_1"/>
  <p:tag name="KSO_WM_TEMPLATE_CATEGORY" val="diagram"/>
  <p:tag name="KSO_WM_TEMPLATE_INDEX" val="40492858"/>
  <p:tag name="KSO_WM_UNIT_LAYERLEVEL" val="1_1_1"/>
  <p:tag name="KSO_WM_TAG_VERSION" val="3.0"/>
  <p:tag name="KSO_WM_BEAUTIFY_FLAG" val="#wm#"/>
  <p:tag name="KSO_WM_UNIT_PRESET_TEXT" val="单击此处添加文本具体内容，简明扼要地阐述您的观点"/>
  <p:tag name="KSO_WM_UNIT_TEXT_TYPE" val="1"/>
  <p:tag name="KSO_WM_DIAGRAM_MAX_ITEMCNT" val="4"/>
  <p:tag name="KSO_WM_DIAGRAM_MIN_ITEMCNT" val="4"/>
  <p:tag name="KSO_WM_DIAGRAM_VIRTUALLY_FRAME" val="{&quot;height&quot;:441.95251968503936,&quot;left&quot;:4.3,&quot;top&quot;:105.9,&quot;width&quot;:96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3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2_1"/>
  <p:tag name="KSO_WM_UNIT_ID" val="diagram40492858_1*m_h_a*1_2_1"/>
  <p:tag name="KSO_WM_TEMPLATE_CATEGORY" val="diagram"/>
  <p:tag name="KSO_WM_TEMPLATE_INDEX" val="40492858"/>
  <p:tag name="KSO_WM_UNIT_LAYERLEVEL" val="1_1_1"/>
  <p:tag name="KSO_WM_TAG_VERSION" val="3.0"/>
  <p:tag name="KSO_WM_BEAUTIFY_FLAG" val="#wm#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4"/>
  <p:tag name="KSO_WM_DIAGRAM_MIN_ITEMCNT" val="4"/>
  <p:tag name="KSO_WM_DIAGRAM_VIRTUALLY_FRAME" val="{&quot;height&quot;:441.95251968503936,&quot;left&quot;:4.3,&quot;top&quot;:105.9,&quot;width&quot;:96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3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40492858_1*m_h_f*1_2_1"/>
  <p:tag name="KSO_WM_TEMPLATE_CATEGORY" val="diagram"/>
  <p:tag name="KSO_WM_TEMPLATE_INDEX" val="40492858"/>
  <p:tag name="KSO_WM_UNIT_LAYERLEVEL" val="1_1_1"/>
  <p:tag name="KSO_WM_TAG_VERSION" val="3.0"/>
  <p:tag name="KSO_WM_BEAUTIFY_FLAG" val="#wm#"/>
  <p:tag name="KSO_WM_UNIT_PRESET_TEXT" val="单击此处添加文本具体内容，简明扼要地阐述您的观点内容"/>
  <p:tag name="KSO_WM_UNIT_TEXT_FILL_FORE_SCHEMECOLOR_INDEX" val="1"/>
  <p:tag name="KSO_WM_UNIT_TEXT_FILL_TYPE" val="1"/>
  <p:tag name="KSO_WM_UNIT_TEXT_TYPE" val="1"/>
  <p:tag name="KSO_WM_DIAGRAM_MAX_ITEMCNT" val="4"/>
  <p:tag name="KSO_WM_DIAGRAM_MIN_ITEMCNT" val="4"/>
  <p:tag name="KSO_WM_DIAGRAM_VIRTUALLY_FRAME" val="{&quot;height&quot;:441.95251968503936,&quot;left&quot;:4.3,&quot;top&quot;:105.9,&quot;width&quot;:96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3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3_1"/>
  <p:tag name="KSO_WM_UNIT_ID" val="diagram40492858_1*m_h_a*1_3_1"/>
  <p:tag name="KSO_WM_TEMPLATE_CATEGORY" val="diagram"/>
  <p:tag name="KSO_WM_TEMPLATE_INDEX" val="40492858"/>
  <p:tag name="KSO_WM_UNIT_LAYERLEVEL" val="1_1_1"/>
  <p:tag name="KSO_WM_TAG_VERSION" val="3.0"/>
  <p:tag name="KSO_WM_BEAUTIFY_FLAG" val="#wm#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4"/>
  <p:tag name="KSO_WM_DIAGRAM_MIN_ITEMCNT" val="4"/>
  <p:tag name="KSO_WM_DIAGRAM_VIRTUALLY_FRAME" val="{&quot;height&quot;:441.95251968503936,&quot;left&quot;:4.3,&quot;top&quot;:105.9,&quot;width&quot;:96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3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3_1"/>
  <p:tag name="KSO_WM_UNIT_ID" val="diagram40492858_1*m_h_f*1_3_1"/>
  <p:tag name="KSO_WM_TEMPLATE_CATEGORY" val="diagram"/>
  <p:tag name="KSO_WM_TEMPLATE_INDEX" val="40492858"/>
  <p:tag name="KSO_WM_UNIT_LAYERLEVEL" val="1_1_1"/>
  <p:tag name="KSO_WM_TAG_VERSION" val="3.0"/>
  <p:tag name="KSO_WM_BEAUTIFY_FLAG" val="#wm#"/>
  <p:tag name="KSO_WM_UNIT_PRESET_TEXT" val="单击此处添加文本具体内容，简明扼要地阐述您的观点"/>
  <p:tag name="KSO_WM_UNIT_TEXT_TYPE" val="1"/>
  <p:tag name="KSO_WM_DIAGRAM_MAX_ITEMCNT" val="4"/>
  <p:tag name="KSO_WM_DIAGRAM_MIN_ITEMCNT" val="4"/>
  <p:tag name="KSO_WM_DIAGRAM_VIRTUALLY_FRAME" val="{&quot;height&quot;:441.95251968503936,&quot;left&quot;:4.3,&quot;top&quot;:105.9,&quot;width&quot;:96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3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4_1"/>
  <p:tag name="KSO_WM_UNIT_ID" val="diagram40492858_1*m_h_a*1_4_1"/>
  <p:tag name="KSO_WM_TEMPLATE_CATEGORY" val="diagram"/>
  <p:tag name="KSO_WM_TEMPLATE_INDEX" val="40492858"/>
  <p:tag name="KSO_WM_UNIT_LAYERLEVEL" val="1_1_1"/>
  <p:tag name="KSO_WM_TAG_VERSION" val="3.0"/>
  <p:tag name="KSO_WM_BEAUTIFY_FLAG" val="#wm#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4"/>
  <p:tag name="KSO_WM_DIAGRAM_MIN_ITEMCNT" val="4"/>
  <p:tag name="KSO_WM_DIAGRAM_VIRTUALLY_FRAME" val="{&quot;height&quot;:441.95251968503936,&quot;left&quot;:4.3,&quot;top&quot;:105.9,&quot;width&quot;:96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4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4_1"/>
  <p:tag name="KSO_WM_UNIT_ID" val="diagram40492858_1*m_h_f*1_4_1"/>
  <p:tag name="KSO_WM_TEMPLATE_CATEGORY" val="diagram"/>
  <p:tag name="KSO_WM_TEMPLATE_INDEX" val="40492858"/>
  <p:tag name="KSO_WM_UNIT_LAYERLEVEL" val="1_1_1"/>
  <p:tag name="KSO_WM_TAG_VERSION" val="3.0"/>
  <p:tag name="KSO_WM_BEAUTIFY_FLAG" val="#wm#"/>
  <p:tag name="KSO_WM_UNIT_PRESET_TEXT" val="单击此处添加文本具体内容，简明扼要地阐述您的观点内容"/>
  <p:tag name="KSO_WM_UNIT_TEXT_FILL_FORE_SCHEMECOLOR_INDEX" val="1"/>
  <p:tag name="KSO_WM_UNIT_TEXT_FILL_TYPE" val="1"/>
  <p:tag name="KSO_WM_UNIT_TEXT_TYPE" val="1"/>
  <p:tag name="KSO_WM_DIAGRAM_MAX_ITEMCNT" val="4"/>
  <p:tag name="KSO_WM_DIAGRAM_MIN_ITEMCNT" val="4"/>
  <p:tag name="KSO_WM_DIAGRAM_VIRTUALLY_FRAME" val="{&quot;height&quot;:441.95251968503936,&quot;left&quot;:4.3,&quot;top&quot;:105.9,&quot;width&quot;:96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4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40492858_1*m_h_f*1_1_1"/>
  <p:tag name="KSO_WM_TEMPLATE_CATEGORY" val="diagram"/>
  <p:tag name="KSO_WM_TEMPLATE_INDEX" val="40492858"/>
  <p:tag name="KSO_WM_UNIT_LAYERLEVEL" val="1_1_1"/>
  <p:tag name="KSO_WM_TAG_VERSION" val="3.0"/>
  <p:tag name="KSO_WM_UNIT_PRESET_TEXT" val="单击此处添加文本具体内容，简明扼要地阐述您的观点"/>
  <p:tag name="KSO_WM_UNIT_TEXT_TYPE" val="1"/>
  <p:tag name="KSO_WM_DIAGRAM_MAX_ITEMCNT" val="4"/>
  <p:tag name="KSO_WM_DIAGRAM_MIN_ITEMCNT" val="4"/>
  <p:tag name="KSO_WM_DIAGRAM_VIRTUALLY_FRAME" val="{&quot;height&quot;:407.6787841209287,&quot;left&quot;:-1.2,&quot;top&quot;:74.41060793953565,&quot;width&quot;:96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4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40492858_1*m_h_f*1_1_1"/>
  <p:tag name="KSO_WM_TEMPLATE_CATEGORY" val="diagram"/>
  <p:tag name="KSO_WM_TEMPLATE_INDEX" val="40492858"/>
  <p:tag name="KSO_WM_UNIT_LAYERLEVEL" val="1_1_1"/>
  <p:tag name="KSO_WM_TAG_VERSION" val="3.0"/>
  <p:tag name="KSO_WM_UNIT_PRESET_TEXT" val="单击此处添加文本具体内容，简明扼要地阐述您的观点"/>
  <p:tag name="KSO_WM_UNIT_TEXT_TYPE" val="1"/>
  <p:tag name="KSO_WM_DIAGRAM_MAX_ITEMCNT" val="4"/>
  <p:tag name="KSO_WM_DIAGRAM_MIN_ITEMCNT" val="4"/>
  <p:tag name="KSO_WM_DIAGRAM_VIRTUALLY_FRAME" val="{&quot;height&quot;:407.6787841209287,&quot;left&quot;:-1.2,&quot;top&quot;:74.41060793953565,&quot;width&quot;:96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4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40492858_1*m_h_f*1_1_1"/>
  <p:tag name="KSO_WM_TEMPLATE_CATEGORY" val="diagram"/>
  <p:tag name="KSO_WM_TEMPLATE_INDEX" val="40492858"/>
  <p:tag name="KSO_WM_UNIT_LAYERLEVEL" val="1_1_1"/>
  <p:tag name="KSO_WM_TAG_VERSION" val="3.0"/>
  <p:tag name="KSO_WM_UNIT_PRESET_TEXT" val="单击此处添加文本具体内容，简明扼要地阐述您的观点"/>
  <p:tag name="KSO_WM_UNIT_TEXT_TYPE" val="1"/>
  <p:tag name="KSO_WM_DIAGRAM_MAX_ITEMCNT" val="4"/>
  <p:tag name="KSO_WM_DIAGRAM_MIN_ITEMCNT" val="4"/>
  <p:tag name="KSO_WM_DIAGRAM_VIRTUALLY_FRAME" val="{&quot;height&quot;:407.6787841209287,&quot;left&quot;:-1.2,&quot;top&quot;:74.41060793953565,&quot;width&quot;:96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4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40492858_1*m_h_f*1_1_1"/>
  <p:tag name="KSO_WM_TEMPLATE_CATEGORY" val="diagram"/>
  <p:tag name="KSO_WM_TEMPLATE_INDEX" val="40492858"/>
  <p:tag name="KSO_WM_UNIT_LAYERLEVEL" val="1_1_1"/>
  <p:tag name="KSO_WM_TAG_VERSION" val="3.0"/>
  <p:tag name="KSO_WM_UNIT_PRESET_TEXT" val="单击此处添加文本具体内容，简明扼要地阐述您的观点"/>
  <p:tag name="KSO_WM_UNIT_TEXT_TYPE" val="1"/>
  <p:tag name="KSO_WM_DIAGRAM_MAX_ITEMCNT" val="4"/>
  <p:tag name="KSO_WM_DIAGRAM_MIN_ITEMCNT" val="4"/>
  <p:tag name="KSO_WM_DIAGRAM_VIRTUALLY_FRAME" val="{&quot;height&quot;:407.6787841209287,&quot;left&quot;:-1.2,&quot;top&quot;:74.41060793953565,&quot;width&quot;:96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4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1_1"/>
  <p:tag name="KSO_WM_UNIT_ID" val="diagram40492858_1*m_h_a*1_1_1"/>
  <p:tag name="KSO_WM_TEMPLATE_CATEGORY" val="diagram"/>
  <p:tag name="KSO_WM_TEMPLATE_INDEX" val="40492858"/>
  <p:tag name="KSO_WM_UNIT_LAYERLEVEL" val="1_1_1"/>
  <p:tag name="KSO_WM_TAG_VERSION" val="3.0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4"/>
  <p:tag name="KSO_WM_DIAGRAM_MIN_ITEMCNT" val="4"/>
  <p:tag name="KSO_WM_DIAGRAM_VIRTUALLY_FRAME" val="{&quot;height&quot;:390.3893920604645,&quot;left&quot;:-12.9,&quot;top&quot;:102.55,&quot;width&quot;:96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4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1_1"/>
  <p:tag name="KSO_WM_UNIT_ID" val="diagram40492858_1*m_h_a*1_1_1"/>
  <p:tag name="KSO_WM_TEMPLATE_CATEGORY" val="diagram"/>
  <p:tag name="KSO_WM_TEMPLATE_INDEX" val="40492858"/>
  <p:tag name="KSO_WM_UNIT_LAYERLEVEL" val="1_1_1"/>
  <p:tag name="KSO_WM_TAG_VERSION" val="3.0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4"/>
  <p:tag name="KSO_WM_DIAGRAM_MIN_ITEMCNT" val="4"/>
  <p:tag name="KSO_WM_DIAGRAM_VIRTUALLY_FRAME" val="{&quot;height&quot;:390.3893920604645,&quot;left&quot;:-12.9,&quot;top&quot;:102.55,&quot;width&quot;:96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4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1_1"/>
  <p:tag name="KSO_WM_UNIT_ID" val="diagram40492858_1*m_h_a*1_1_1"/>
  <p:tag name="KSO_WM_TEMPLATE_CATEGORY" val="diagram"/>
  <p:tag name="KSO_WM_TEMPLATE_INDEX" val="40492858"/>
  <p:tag name="KSO_WM_UNIT_LAYERLEVEL" val="1_1_1"/>
  <p:tag name="KSO_WM_TAG_VERSION" val="3.0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4"/>
  <p:tag name="KSO_WM_DIAGRAM_MIN_ITEMCNT" val="4"/>
  <p:tag name="KSO_WM_DIAGRAM_VIRTUALLY_FRAME" val="{&quot;height&quot;:390.3893920604645,&quot;left&quot;:-12.9,&quot;top&quot;:102.55,&quot;width&quot;:96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4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1_1"/>
  <p:tag name="KSO_WM_UNIT_ID" val="diagram40492858_1*m_h_a*1_1_1"/>
  <p:tag name="KSO_WM_TEMPLATE_CATEGORY" val="diagram"/>
  <p:tag name="KSO_WM_TEMPLATE_INDEX" val="40492858"/>
  <p:tag name="KSO_WM_UNIT_LAYERLEVEL" val="1_1_1"/>
  <p:tag name="KSO_WM_TAG_VERSION" val="3.0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4"/>
  <p:tag name="KSO_WM_DIAGRAM_MIN_ITEMCNT" val="4"/>
  <p:tag name="KSO_WM_DIAGRAM_VIRTUALLY_FRAME" val="{&quot;height&quot;:390.3893920604645,&quot;left&quot;:-12.9,&quot;top&quot;:102.55,&quot;width&quot;:96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49.xml><?xml version="1.0" encoding="utf-8"?>
<p:tagLst xmlns:p="http://schemas.openxmlformats.org/presentationml/2006/main">
  <p:tag name="KSO_WM_DIAGRAM_VIRTUALLY_FRAME" val="{&quot;height&quot;:284.3270866141732,&quot;left&quot;:29.24259842519685,&quot;top&quot;:76.95291338582678,&quot;width&quot;:917.9642519685043}"/>
</p:tagLst>
</file>

<file path=ppt/tags/tag50.xml><?xml version="1.0" encoding="utf-8"?>
<p:tagLst xmlns:p="http://schemas.openxmlformats.org/presentationml/2006/main">
  <p:tag name="KSO_WM_DIAGRAM_VIRTUALLY_FRAME" val="{&quot;height&quot;:284.3270866141732,&quot;left&quot;:29.24259842519685,&quot;top&quot;:76.95291338582678,&quot;width&quot;:917.9642519685043}"/>
</p:tagLst>
</file>

<file path=ppt/tags/tag51.xml><?xml version="1.0" encoding="utf-8"?>
<p:tagLst xmlns:p="http://schemas.openxmlformats.org/presentationml/2006/main">
  <p:tag name="KSO_WM_DIAGRAM_VIRTUALLY_FRAME" val="{&quot;height&quot;:284.3270866141732,&quot;left&quot;:29.24259842519685,&quot;top&quot;:76.95291338582678,&quot;width&quot;:917.9642519685043}"/>
</p:tagLst>
</file>

<file path=ppt/tags/tag52.xml><?xml version="1.0" encoding="utf-8"?>
<p:tagLst xmlns:p="http://schemas.openxmlformats.org/presentationml/2006/main">
  <p:tag name="KSO_WM_DIAGRAM_VIRTUALLY_FRAME" val="{&quot;height&quot;:284.3270866141732,&quot;left&quot;:29.24259842519685,&quot;top&quot;:76.95291338582678,&quot;width&quot;:917.9642519685043}"/>
</p:tagLst>
</file>

<file path=ppt/tags/tag53.xml><?xml version="1.0" encoding="utf-8"?>
<p:tagLst xmlns:p="http://schemas.openxmlformats.org/presentationml/2006/main">
  <p:tag name="KSO_WM_DIAGRAM_VIRTUALLY_FRAME" val="{&quot;height&quot;:284.3270866141732,&quot;left&quot;:29.24259842519685,&quot;top&quot;:76.95291338582678,&quot;width&quot;:917.9642519685043}"/>
</p:tagLst>
</file>

<file path=ppt/tags/tag54.xml><?xml version="1.0" encoding="utf-8"?>
<p:tagLst xmlns:p="http://schemas.openxmlformats.org/presentationml/2006/main">
  <p:tag name="KSO_WM_DIAGRAM_VIRTUALLY_FRAME" val="{&quot;height&quot;:284.3270866141732,&quot;left&quot;:29.24259842519685,&quot;top&quot;:76.95291338582678,&quot;width&quot;:917.9642519685043}"/>
</p:tagLst>
</file>

<file path=ppt/tags/tag55.xml><?xml version="1.0" encoding="utf-8"?>
<p:tagLst xmlns:p="http://schemas.openxmlformats.org/presentationml/2006/main">
  <p:tag name="KSO_WM_DIAGRAM_VIRTUALLY_FRAME" val="{&quot;height&quot;:284.3270866141732,&quot;left&quot;:29.24259842519685,&quot;top&quot;:76.95291338582678,&quot;width&quot;:917.9642519685043}"/>
</p:tagLst>
</file>

<file path=ppt/tags/tag56.xml><?xml version="1.0" encoding="utf-8"?>
<p:tagLst xmlns:p="http://schemas.openxmlformats.org/presentationml/2006/main">
  <p:tag name="KSO_WM_DIAGRAM_VIRTUALLY_FRAME" val="{&quot;height&quot;:284.3270866141732,&quot;left&quot;:29.24259842519685,&quot;top&quot;:76.95291338582678,&quot;width&quot;:917.9642519685043}"/>
</p:tagLst>
</file>

<file path=ppt/tags/tag57.xml><?xml version="1.0" encoding="utf-8"?>
<p:tagLst xmlns:p="http://schemas.openxmlformats.org/presentationml/2006/main">
  <p:tag name="KSO_WM_DIAGRAM_VIRTUALLY_FRAME" val="{&quot;height&quot;:284.3270866141732,&quot;left&quot;:29.24259842519685,&quot;top&quot;:76.95291338582678,&quot;width&quot;:917.9642519685043}"/>
</p:tagLst>
</file>

<file path=ppt/tags/tag58.xml><?xml version="1.0" encoding="utf-8"?>
<p:tagLst xmlns:p="http://schemas.openxmlformats.org/presentationml/2006/main">
  <p:tag name="KSO_WM_DIAGRAM_VIRTUALLY_FRAME" val="{&quot;height&quot;:284.3270866141732,&quot;left&quot;:29.24259842519685,&quot;top&quot;:76.95291338582678,&quot;width&quot;:917.9642519685043}"/>
</p:tagLst>
</file>

<file path=ppt/tags/tag59.xml><?xml version="1.0" encoding="utf-8"?>
<p:tagLst xmlns:p="http://schemas.openxmlformats.org/presentationml/2006/main">
  <p:tag name="KSO_WM_DIAGRAM_VIRTUALLY_FRAME" val="{&quot;height&quot;:284.3270866141732,&quot;left&quot;:29.24259842519685,&quot;top&quot;:76.95291338582678,&quot;width&quot;:917.9642519685043}"/>
</p:tagLst>
</file>

<file path=ppt/tags/tag60.xml><?xml version="1.0" encoding="utf-8"?>
<p:tagLst xmlns:p="http://schemas.openxmlformats.org/presentationml/2006/main">
  <p:tag name="KSO_WM_DIAGRAM_VIRTUALLY_FRAME" val="{&quot;height&quot;:284.3270866141732,&quot;left&quot;:29.24259842519685,&quot;top&quot;:76.95291338582678,&quot;width&quot;:917.9642519685043}"/>
</p:tagLst>
</file>

<file path=ppt/tags/tag61.xml><?xml version="1.0" encoding="utf-8"?>
<p:tagLst xmlns:p="http://schemas.openxmlformats.org/presentationml/2006/main">
  <p:tag name="KSO_WM_DIAGRAM_VIRTUALLY_FRAME" val="{&quot;height&quot;:284.3270866141732,&quot;left&quot;:29.24259842519685,&quot;top&quot;:76.95291338582678,&quot;width&quot;:917.9642519685043}"/>
</p:tagLst>
</file>

<file path=ppt/tags/tag62.xml><?xml version="1.0" encoding="utf-8"?>
<p:tagLst xmlns:p="http://schemas.openxmlformats.org/presentationml/2006/main">
  <p:tag name="KSO_WM_DIAGRAM_VIRTUALLY_FRAME" val="{&quot;height&quot;:284.3270866141732,&quot;left&quot;:29.24259842519685,&quot;top&quot;:76.95291338582678,&quot;width&quot;:917.9642519685043}"/>
</p:tagLst>
</file>

<file path=ppt/tags/tag63.xml><?xml version="1.0" encoding="utf-8"?>
<p:tagLst xmlns:p="http://schemas.openxmlformats.org/presentationml/2006/main">
  <p:tag name="KSO_WM_DIAGRAM_VIRTUALLY_FRAME" val="{&quot;height&quot;:284.3270866141732,&quot;left&quot;:29.24259842519685,&quot;top&quot;:76.95291338582678,&quot;width&quot;:917.9642519685043}"/>
</p:tagLst>
</file>

<file path=ppt/tags/tag64.xml><?xml version="1.0" encoding="utf-8"?>
<p:tagLst xmlns:p="http://schemas.openxmlformats.org/presentationml/2006/main">
  <p:tag name="KSO_WM_DIAGRAM_VIRTUALLY_FRAME" val="{&quot;height&quot;:284.3270866141732,&quot;left&quot;:29.24259842519685,&quot;top&quot;:76.95291338582678,&quot;width&quot;:917.9642519685043}"/>
</p:tagLst>
</file>

<file path=ppt/tags/tag65.xml><?xml version="1.0" encoding="utf-8"?>
<p:tagLst xmlns:p="http://schemas.openxmlformats.org/presentationml/2006/main">
  <p:tag name="KSO_WM_DIAGRAM_VIRTUALLY_FRAME" val="{&quot;height&quot;:284.3270866141732,&quot;left&quot;:29.24259842519685,&quot;top&quot;:76.95291338582678,&quot;width&quot;:917.9642519685043}"/>
</p:tagLst>
</file>

<file path=ppt/tags/tag66.xml><?xml version="1.0" encoding="utf-8"?>
<p:tagLst xmlns:p="http://schemas.openxmlformats.org/presentationml/2006/main">
  <p:tag name="KSO_WM_DIAGRAM_VIRTUALLY_FRAME" val="{&quot;height&quot;:284.3270866141732,&quot;left&quot;:29.24259842519685,&quot;top&quot;:76.95291338582678,&quot;width&quot;:917.9642519685043}"/>
</p:tagLst>
</file>

<file path=ppt/tags/tag67.xml><?xml version="1.0" encoding="utf-8"?>
<p:tagLst xmlns:p="http://schemas.openxmlformats.org/presentationml/2006/main">
  <p:tag name="KSO_WM_DIAGRAM_VIRTUALLY_FRAME" val="{&quot;height&quot;:284.3270866141732,&quot;left&quot;:29.24259842519685,&quot;top&quot;:76.95291338582678,&quot;width&quot;:917.9642519685043}"/>
</p:tagLst>
</file>

<file path=ppt/tags/tag68.xml><?xml version="1.0" encoding="utf-8"?>
<p:tagLst xmlns:p="http://schemas.openxmlformats.org/presentationml/2006/main">
  <p:tag name="KSO_WM_DIAGRAM_VIRTUALLY_FRAME" val="{&quot;height&quot;:284.3270866141732,&quot;left&quot;:29.24259842519685,&quot;top&quot;:76.95291338582678,&quot;width&quot;:917.9642519685043}"/>
</p:tagLst>
</file>

<file path=ppt/tags/tag69.xml><?xml version="1.0" encoding="utf-8"?>
<p:tagLst xmlns:p="http://schemas.openxmlformats.org/presentationml/2006/main">
  <p:tag name="KSO_WM_DIAGRAM_VIRTUALLY_FRAME" val="{&quot;height&quot;:284.3270866141732,&quot;left&quot;:29.24259842519685,&quot;top&quot;:76.95291338582678,&quot;width&quot;:917.9642519685043}"/>
</p:tagLst>
</file>

<file path=ppt/tags/tag70.xml><?xml version="1.0" encoding="utf-8"?>
<p:tagLst xmlns:p="http://schemas.openxmlformats.org/presentationml/2006/main">
  <p:tag name="KSO_WM_DIAGRAM_VIRTUALLY_FRAME" val="{&quot;height&quot;:284.3270866141732,&quot;left&quot;:29.24259842519685,&quot;top&quot;:76.95291338582678,&quot;width&quot;:917.9642519685043}"/>
</p:tagLst>
</file>

<file path=ppt/tags/tag71.xml><?xml version="1.0" encoding="utf-8"?>
<p:tagLst xmlns:p="http://schemas.openxmlformats.org/presentationml/2006/main">
  <p:tag name="KSO_WM_DIAGRAM_VIRTUALLY_FRAME" val="{&quot;height&quot;:284.3270866141732,&quot;left&quot;:29.24259842519685,&quot;top&quot;:76.95291338582678,&quot;width&quot;:917.9642519685043}"/>
</p:tagLst>
</file>

<file path=ppt/tags/tag72.xml><?xml version="1.0" encoding="utf-8"?>
<p:tagLst xmlns:p="http://schemas.openxmlformats.org/presentationml/2006/main">
  <p:tag name="KSO_WM_DIAGRAM_VIRTUALLY_FRAME" val="{&quot;height&quot;:284.3270866141732,&quot;left&quot;:29.24259842519685,&quot;top&quot;:76.95291338582678,&quot;width&quot;:917.9642519685043}"/>
</p:tagLst>
</file>

<file path=ppt/tags/tag73.xml><?xml version="1.0" encoding="utf-8"?>
<p:tagLst xmlns:p="http://schemas.openxmlformats.org/presentationml/2006/main">
  <p:tag name="KSO_WM_DIAGRAM_VIRTUALLY_FRAME" val="{&quot;height&quot;:284.3270866141732,&quot;left&quot;:29.24259842519685,&quot;top&quot;:76.95291338582678,&quot;width&quot;:917.9642519685043}"/>
</p:tagLst>
</file>

<file path=ppt/tags/tag7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1_1"/>
  <p:tag name="KSO_WM_UNIT_ID" val="diagram40492858_1*m_h_a*1_1_1"/>
  <p:tag name="KSO_WM_TEMPLATE_CATEGORY" val="diagram"/>
  <p:tag name="KSO_WM_TEMPLATE_INDEX" val="40492858"/>
  <p:tag name="KSO_WM_UNIT_LAYERLEVEL" val="1_1_1"/>
  <p:tag name="KSO_WM_TAG_VERSION" val="3.0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4"/>
  <p:tag name="KSO_WM_DIAGRAM_MIN_ITEMCNT" val="4"/>
  <p:tag name="KSO_WM_DIAGRAM_VIRTUALLY_FRAME" val="{&quot;height&quot;:390.3893920604645,&quot;left&quot;:-12.9,&quot;top&quot;:102.55,&quot;width&quot;:96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75.xml><?xml version="1.0" encoding="utf-8"?>
<p:tagLst xmlns:p="http://schemas.openxmlformats.org/presentationml/2006/main">
  <p:tag name="KSO_DOCER_RESOURCE_TRACE_INFO" val="{&quot;id&quot;:&quot;&quot;,&quot;origin&quot;:0,&quot;type&quot;:&quot;icons&quot;,&quot;user&quot;:&quot;599824915&quot;}"/>
</p:tagLst>
</file>

<file path=ppt/tags/tag76.xml><?xml version="1.0" encoding="utf-8"?>
<p:tagLst xmlns:p="http://schemas.openxmlformats.org/presentationml/2006/main">
  <p:tag name="KSO_DOCER_RESOURCE_TRACE_INFO" val="{&quot;id&quot;:&quot;50063645&quot;,&quot;origin&quot;:0,&quot;type&quot;:&quot;icons&quot;,&quot;user&quot;:&quot;599824915&quot;}"/>
</p:tagLst>
</file>

<file path=ppt/tags/tag77.xml><?xml version="1.0" encoding="utf-8"?>
<p:tagLst xmlns:p="http://schemas.openxmlformats.org/presentationml/2006/main">
  <p:tag name="KSO_DOCER_RESOURCE_TRACE_INFO" val="{&quot;id&quot;:&quot;50063709&quot;,&quot;origin&quot;:0,&quot;type&quot;:&quot;icons&quot;,&quot;user&quot;:&quot;599824915&quot;}"/>
</p:tagLst>
</file>

<file path=ppt/tags/tag78.xml><?xml version="1.0" encoding="utf-8"?>
<p:tagLst xmlns:p="http://schemas.openxmlformats.org/presentationml/2006/main">
  <p:tag name="KSO_DOCER_RESOURCE_TRACE_INFO" val="{&quot;id&quot;:&quot;&quot;,&quot;origin&quot;:0,&quot;type&quot;:&quot;icons&quot;,&quot;user&quot;:&quot;599824915&quot;}"/>
</p:tagLst>
</file>

<file path=ppt/tags/tag79.xml><?xml version="1.0" encoding="utf-8"?>
<p:tagLst xmlns:p="http://schemas.openxmlformats.org/presentationml/2006/main">
  <p:tag name="KSO_DOCER_RESOURCE_TRACE_INFO" val="{&quot;id&quot;:&quot;50063645&quot;,&quot;origin&quot;:0,&quot;type&quot;:&quot;icons&quot;,&quot;user&quot;:&quot;599824915&quot;}"/>
</p:tagLst>
</file>

<file path=ppt/tags/tag80.xml><?xml version="1.0" encoding="utf-8"?>
<p:tagLst xmlns:p="http://schemas.openxmlformats.org/presentationml/2006/main">
  <p:tag name="KSO_WM_DIAGRAM_VIRTUALLY_FRAME" val="{&quot;height&quot;:864.2750061035156,&quot;left&quot;:43.15,&quot;top&quot;:102.5,&quot;width&quot;:1238.2}"/>
  <p:tag name="KSO_WM_DIAGRAM_VERSION" val="3"/>
  <p:tag name="KSO_WM_UNIT_ISCONTENTSTITLE" val="0"/>
  <p:tag name="KSO_WM_UNIT_ISNUMDGMTITLE" val="0"/>
  <p:tag name="KSO_WM_UNIT_PRESET_TEXT" val="单击添加项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40492847_1*l_h_a*1_1_1"/>
  <p:tag name="KSO_WM_TEMPLATE_CATEGORY" val="diagram"/>
  <p:tag name="KSO_WM_TEMPLATE_INDEX" val="40492847"/>
  <p:tag name="KSO_WM_UNIT_LAYERLEVEL" val="1_1_1"/>
  <p:tag name="KSO_WM_TAG_VERSION" val="3.0"/>
  <p:tag name="KSO_WM_UNIT_TEXT_TYPE" val="1"/>
  <p:tag name="KSO_WM_UNIT_VALUE" val="11"/>
  <p:tag name="KSO_WM_DIAGRAM_COLOR_TRICK" val="1"/>
  <p:tag name="KSO_WM_DIAGRAM_COLOR_TEXT_CAN_REMOVE" val="n"/>
  <p:tag name="KSO_WM_DIAGRAM_MAX_ITEMCNT" val="4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8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1_1"/>
  <p:tag name="KSO_WM_UNIT_ID" val="diagram40492858_1*m_h_a*1_1_1"/>
  <p:tag name="KSO_WM_TEMPLATE_CATEGORY" val="diagram"/>
  <p:tag name="KSO_WM_TEMPLATE_INDEX" val="40492858"/>
  <p:tag name="KSO_WM_UNIT_LAYERLEVEL" val="1_1_1"/>
  <p:tag name="KSO_WM_TAG_VERSION" val="3.0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4"/>
  <p:tag name="KSO_WM_DIAGRAM_MIN_ITEMCNT" val="4"/>
  <p:tag name="KSO_WM_DIAGRAM_VIRTUALLY_FRAME" val="{&quot;height&quot;:390.3893920604645,&quot;left&quot;:-12.9,&quot;top&quot;:102.55,&quot;width&quot;:96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8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1_1"/>
  <p:tag name="KSO_WM_UNIT_ID" val="diagram40492858_1*m_h_a*1_1_1"/>
  <p:tag name="KSO_WM_TEMPLATE_CATEGORY" val="diagram"/>
  <p:tag name="KSO_WM_TEMPLATE_INDEX" val="40492858"/>
  <p:tag name="KSO_WM_UNIT_LAYERLEVEL" val="1_1_1"/>
  <p:tag name="KSO_WM_TAG_VERSION" val="3.0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4"/>
  <p:tag name="KSO_WM_DIAGRAM_MIN_ITEMCNT" val="4"/>
  <p:tag name="KSO_WM_DIAGRAM_VIRTUALLY_FRAME" val="{&quot;height&quot;:390.3893920604645,&quot;left&quot;:-12.9,&quot;top&quot;:102.55,&quot;width&quot;:96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8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1_1"/>
  <p:tag name="KSO_WM_UNIT_ID" val="diagram40492858_1*m_h_a*1_1_1"/>
  <p:tag name="KSO_WM_TEMPLATE_CATEGORY" val="diagram"/>
  <p:tag name="KSO_WM_TEMPLATE_INDEX" val="40492858"/>
  <p:tag name="KSO_WM_UNIT_LAYERLEVEL" val="1_1_1"/>
  <p:tag name="KSO_WM_TAG_VERSION" val="3.0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4"/>
  <p:tag name="KSO_WM_DIAGRAM_MIN_ITEMCNT" val="4"/>
  <p:tag name="KSO_WM_DIAGRAM_VIRTUALLY_FRAME" val="{&quot;height&quot;:390.3893920604645,&quot;left&quot;:-12.9,&quot;top&quot;:102.55,&quot;width&quot;:96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8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1_1"/>
  <p:tag name="KSO_WM_UNIT_ID" val="diagram40492858_1*m_h_a*1_1_1"/>
  <p:tag name="KSO_WM_TEMPLATE_CATEGORY" val="diagram"/>
  <p:tag name="KSO_WM_TEMPLATE_INDEX" val="40492858"/>
  <p:tag name="KSO_WM_UNIT_LAYERLEVEL" val="1_1_1"/>
  <p:tag name="KSO_WM_TAG_VERSION" val="3.0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4"/>
  <p:tag name="KSO_WM_DIAGRAM_MIN_ITEMCNT" val="4"/>
  <p:tag name="KSO_WM_DIAGRAM_VIRTUALLY_FRAME" val="{&quot;height&quot;:390.3893920604645,&quot;left&quot;:-12.9,&quot;top&quot;:102.55,&quot;width&quot;:96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8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1_1"/>
  <p:tag name="KSO_WM_UNIT_ID" val="diagram40492858_1*m_h_a*1_1_1"/>
  <p:tag name="KSO_WM_TEMPLATE_CATEGORY" val="diagram"/>
  <p:tag name="KSO_WM_TEMPLATE_INDEX" val="40492858"/>
  <p:tag name="KSO_WM_UNIT_LAYERLEVEL" val="1_1_1"/>
  <p:tag name="KSO_WM_TAG_VERSION" val="3.0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4"/>
  <p:tag name="KSO_WM_DIAGRAM_MIN_ITEMCNT" val="4"/>
  <p:tag name="KSO_WM_DIAGRAM_VIRTUALLY_FRAME" val="{&quot;height&quot;:390.3893920604645,&quot;left&quot;:-12.9,&quot;top&quot;:102.55,&quot;width&quot;:96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8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1_1"/>
  <p:tag name="KSO_WM_UNIT_ID" val="diagram40492858_1*m_h_a*1_1_1"/>
  <p:tag name="KSO_WM_TEMPLATE_CATEGORY" val="diagram"/>
  <p:tag name="KSO_WM_TEMPLATE_INDEX" val="40492858"/>
  <p:tag name="KSO_WM_UNIT_LAYERLEVEL" val="1_1_1"/>
  <p:tag name="KSO_WM_TAG_VERSION" val="3.0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4"/>
  <p:tag name="KSO_WM_DIAGRAM_MIN_ITEMCNT" val="4"/>
  <p:tag name="KSO_WM_DIAGRAM_VIRTUALLY_FRAME" val="{&quot;height&quot;:390.3893920604645,&quot;left&quot;:-12.9,&quot;top&quot;:102.55,&quot;width&quot;:96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87.xml><?xml version="1.0" encoding="utf-8"?>
<p:tagLst xmlns:p="http://schemas.openxmlformats.org/presentationml/2006/main">
  <p:tag name="KSO_WM_DIAGRAM_VIRTUALLY_FRAME" val="{&quot;height&quot;:864.2750061035156,&quot;left&quot;:43.15,&quot;top&quot;:102.5,&quot;width&quot;:1238.2}"/>
  <p:tag name="KSO_WM_DIAGRAM_VERSION" val="3"/>
  <p:tag name="KSO_WM_UNIT_ISCONTENTSTITLE" val="0"/>
  <p:tag name="KSO_WM_UNIT_ISNUMDGMTITLE" val="0"/>
  <p:tag name="KSO_WM_UNIT_PRESET_TEXT" val="单击添加项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40492847_1*l_h_a*1_1_1"/>
  <p:tag name="KSO_WM_TEMPLATE_CATEGORY" val="diagram"/>
  <p:tag name="KSO_WM_TEMPLATE_INDEX" val="40492847"/>
  <p:tag name="KSO_WM_UNIT_LAYERLEVEL" val="1_1_1"/>
  <p:tag name="KSO_WM_TAG_VERSION" val="3.0"/>
  <p:tag name="KSO_WM_UNIT_TEXT_TYPE" val="1"/>
  <p:tag name="KSO_WM_UNIT_VALUE" val="11"/>
  <p:tag name="KSO_WM_DIAGRAM_COLOR_TRICK" val="1"/>
  <p:tag name="KSO_WM_DIAGRAM_COLOR_TEXT_CAN_REMOVE" val="n"/>
  <p:tag name="KSO_WM_DIAGRAM_MAX_ITEMCNT" val="4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88.xml><?xml version="1.0" encoding="utf-8"?>
<p:tagLst xmlns:p="http://schemas.openxmlformats.org/presentationml/2006/main">
  <p:tag name="KSO_WM_DIAGRAM_VIRTUALLY_FRAME" val="{&quot;height&quot;:325,&quot;left&quot;:51.2,&quot;top&quot;:104.6,&quot;width&quot;:860}"/>
</p:tagLst>
</file>

<file path=ppt/tags/tag89.xml><?xml version="1.0" encoding="utf-8"?>
<p:tagLst xmlns:p="http://schemas.openxmlformats.org/presentationml/2006/main">
  <p:tag name="KSO_WM_DIAGRAM_VIRTUALLY_FRAME" val="{&quot;height&quot;:325,&quot;left&quot;:51.2,&quot;top&quot;:104.6,&quot;width&quot;:860}"/>
</p:tagLst>
</file>

<file path=ppt/tags/tag90.xml><?xml version="1.0" encoding="utf-8"?>
<p:tagLst xmlns:p="http://schemas.openxmlformats.org/presentationml/2006/main">
  <p:tag name="KSO_WM_DIAGRAM_VIRTUALLY_FRAME" val="{&quot;height&quot;:325,&quot;left&quot;:51.2,&quot;top&quot;:104.6,&quot;width&quot;:860}"/>
</p:tagLst>
</file>

<file path=ppt/tags/tag91.xml><?xml version="1.0" encoding="utf-8"?>
<p:tagLst xmlns:p="http://schemas.openxmlformats.org/presentationml/2006/main">
  <p:tag name="KSO_WM_DIAGRAM_VIRTUALLY_FRAME" val="{&quot;height&quot;:325,&quot;left&quot;:51.2,&quot;top&quot;:104.6,&quot;width&quot;:860}"/>
</p:tagLst>
</file>

<file path=ppt/tags/tag92.xml><?xml version="1.0" encoding="utf-8"?>
<p:tagLst xmlns:p="http://schemas.openxmlformats.org/presentationml/2006/main">
  <p:tag name="KSO_WM_DIAGRAM_VIRTUALLY_FRAME" val="{&quot;height&quot;:325,&quot;left&quot;:51.2,&quot;top&quot;:104.6,&quot;width&quot;:860}"/>
</p:tagLst>
</file>

<file path=ppt/tags/tag93.xml><?xml version="1.0" encoding="utf-8"?>
<p:tagLst xmlns:p="http://schemas.openxmlformats.org/presentationml/2006/main">
  <p:tag name="KSO_WM_DIAGRAM_VIRTUALLY_FRAME" val="{&quot;height&quot;:325,&quot;left&quot;:51.2,&quot;top&quot;:104.6,&quot;width&quot;:860}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2856_2*n_h_h_i*1_2_2_1"/>
  <p:tag name="KSO_WM_TEMPLATE_CATEGORY" val="diagram"/>
  <p:tag name="KSO_WM_TEMPLATE_INDEX" val="40492856"/>
  <p:tag name="KSO_WM_UNIT_LAYERLEVEL" val="1_1_1_1"/>
  <p:tag name="KSO_WM_TAG_VERSION" val="3.0"/>
  <p:tag name="KSO_WM_DIAGRAM_GROUP_CODE" val="n1-1"/>
  <p:tag name="KSO_WM_DIAGRAM_VERSION" val="3"/>
  <p:tag name="KSO_WM_DIAGRAM_COLOR_TRICK" val="1"/>
  <p:tag name="KSO_WM_DIAGRAM_COLOR_TEXT_CAN_REMOVE" val="n"/>
  <p:tag name="KSO_WM_UNIT_FILL_TYPE" val="3"/>
  <p:tag name="KSO_WM_UNIT_LINE_FORE_SCHEMECOLOR_INDEX" val="-2"/>
  <p:tag name="KSO_WM_DIAGRAM_VIRTUALLY_FRAME" val="{&quot;height&quot;:962.85,&quot;left&quot;:-74.54992125984253,&quot;top&quot;:162.17503937007874,&quot;width&quot;:1057.3749090528113}"/>
  <p:tag name="KSO_WM_DIAGRAM_MAX_ITEMCNT" val="4"/>
  <p:tag name="KSO_WM_DIAGRAM_MIN_ITEMCNT" val="3"/>
  <p:tag name="KSO_WM_DIAGRAM_COLOR_MATCH_VALUE" val="{&quot;shape&quot;:{&quot;fill&quot;:{&quot;gradient&quot;:[{&quot;brightness&quot;:0,&quot;colorType&quot;:1,&quot;foreColorIndex&quot;:5,&quot;pos&quot;:0,&quot;transparency&quot;:0.800000011920929},{&quot;brightness&quot;:0,&quot;colorType&quot;:1,&quot;foreColorIndex&quot;:5,&quot;pos&quot;:0.6499999761581421,&quot;transparency&quot;: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2856_2*n_h_h_i*1_2_1_1"/>
  <p:tag name="KSO_WM_TEMPLATE_CATEGORY" val="diagram"/>
  <p:tag name="KSO_WM_TEMPLATE_INDEX" val="40492856"/>
  <p:tag name="KSO_WM_UNIT_LAYERLEVEL" val="1_1_1_1"/>
  <p:tag name="KSO_WM_TAG_VERSION" val="3.0"/>
  <p:tag name="KSO_WM_DIAGRAM_GROUP_CODE" val="n1-1"/>
  <p:tag name="KSO_WM_DIAGRAM_VERSION" val="3"/>
  <p:tag name="KSO_WM_DIAGRAM_COLOR_TRICK" val="1"/>
  <p:tag name="KSO_WM_DIAGRAM_COLOR_TEXT_CAN_REMOVE" val="n"/>
  <p:tag name="KSO_WM_UNIT_FILL_TYPE" val="3"/>
  <p:tag name="KSO_WM_UNIT_LINE_FORE_SCHEMECOLOR_INDEX" val="-2"/>
  <p:tag name="KSO_WM_DIAGRAM_VIRTUALLY_FRAME" val="{&quot;height&quot;:962.85,&quot;left&quot;:-74.54992125984253,&quot;top&quot;:162.17503937007874,&quot;width&quot;:1057.3749090528113}"/>
  <p:tag name="KSO_WM_DIAGRAM_MAX_ITEMCNT" val="4"/>
  <p:tag name="KSO_WM_DIAGRAM_MIN_ITEMCNT" val="3"/>
  <p:tag name="KSO_WM_DIAGRAM_COLOR_MATCH_VALUE" val="{&quot;shape&quot;:{&quot;fill&quot;:{&quot;gradient&quot;:[{&quot;brightness&quot;:0,&quot;colorType&quot;:1,&quot;foreColorIndex&quot;:5,&quot;pos&quot;:0,&quot;transparency&quot;:0.800000011920929},{&quot;brightness&quot;:0,&quot;colorType&quot;:1,&quot;foreColorIndex&quot;:5,&quot;pos&quot;:0.6499999761581421,&quot;transparency&quot;: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2856_2*n_h_h_i*1_2_3_1"/>
  <p:tag name="KSO_WM_TEMPLATE_CATEGORY" val="diagram"/>
  <p:tag name="KSO_WM_TEMPLATE_INDEX" val="40492856"/>
  <p:tag name="KSO_WM_UNIT_LAYERLEVEL" val="1_1_1_1"/>
  <p:tag name="KSO_WM_TAG_VERSION" val="3.0"/>
  <p:tag name="KSO_WM_DIAGRAM_GROUP_CODE" val="n1-1"/>
  <p:tag name="KSO_WM_DIAGRAM_VERSION" val="3"/>
  <p:tag name="KSO_WM_DIAGRAM_COLOR_TRICK" val="1"/>
  <p:tag name="KSO_WM_DIAGRAM_COLOR_TEXT_CAN_REMOVE" val="n"/>
  <p:tag name="KSO_WM_UNIT_FILL_TYPE" val="3"/>
  <p:tag name="KSO_WM_UNIT_LINE_FORE_SCHEMECOLOR_INDEX" val="-2"/>
  <p:tag name="KSO_WM_DIAGRAM_VIRTUALLY_FRAME" val="{&quot;height&quot;:962.85,&quot;left&quot;:-74.54992125984253,&quot;top&quot;:162.17503937007874,&quot;width&quot;:1057.3749090528113}"/>
  <p:tag name="KSO_WM_DIAGRAM_MAX_ITEMCNT" val="4"/>
  <p:tag name="KSO_WM_DIAGRAM_MIN_ITEMCNT" val="3"/>
  <p:tag name="KSO_WM_DIAGRAM_COLOR_MATCH_VALUE" val="{&quot;shape&quot;:{&quot;fill&quot;:{&quot;gradient&quot;:[{&quot;brightness&quot;:0,&quot;colorType&quot;:1,&quot;foreColorIndex&quot;:5,&quot;pos&quot;:0,&quot;transparency&quot;:0.800000011920929},{&quot;brightness&quot;:0,&quot;colorType&quot;:1,&quot;foreColorIndex&quot;:5,&quot;pos&quot;:0.6499999761581421,&quot;transparency&quot;: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2856_2*n_h_h_i*1_2_4_1"/>
  <p:tag name="KSO_WM_TEMPLATE_CATEGORY" val="diagram"/>
  <p:tag name="KSO_WM_TEMPLATE_INDEX" val="40492856"/>
  <p:tag name="KSO_WM_UNIT_LAYERLEVEL" val="1_1_1_1"/>
  <p:tag name="KSO_WM_TAG_VERSION" val="3.0"/>
  <p:tag name="KSO_WM_DIAGRAM_GROUP_CODE" val="n1-1"/>
  <p:tag name="KSO_WM_DIAGRAM_VERSION" val="3"/>
  <p:tag name="KSO_WM_DIAGRAM_COLOR_TRICK" val="1"/>
  <p:tag name="KSO_WM_DIAGRAM_COLOR_TEXT_CAN_REMOVE" val="n"/>
  <p:tag name="KSO_WM_UNIT_FILL_TYPE" val="3"/>
  <p:tag name="KSO_WM_UNIT_LINE_FORE_SCHEMECOLOR_INDEX" val="-2"/>
  <p:tag name="KSO_WM_DIAGRAM_VIRTUALLY_FRAME" val="{&quot;height&quot;:962.85,&quot;left&quot;:-74.54992125984253,&quot;top&quot;:162.17503937007874,&quot;width&quot;:1057.3749090528113}"/>
  <p:tag name="KSO_WM_DIAGRAM_MAX_ITEMCNT" val="4"/>
  <p:tag name="KSO_WM_DIAGRAM_MIN_ITEMCNT" val="3"/>
  <p:tag name="KSO_WM_DIAGRAM_COLOR_MATCH_VALUE" val="{&quot;shape&quot;:{&quot;fill&quot;:{&quot;gradient&quot;:[{&quot;brightness&quot;:0,&quot;colorType&quot;:1,&quot;foreColorIndex&quot;:5,&quot;pos&quot;:0,&quot;transparency&quot;:0.800000011920929},{&quot;brightness&quot;:0,&quot;colorType&quot;:1,&quot;foreColorIndex&quot;:5,&quot;pos&quot;:0.6499999761581421,&quot;transparency&quot;: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2856_2*n_h_h_f*1_2_1_1"/>
  <p:tag name="KSO_WM_TEMPLATE_CATEGORY" val="diagram"/>
  <p:tag name="KSO_WM_TEMPLATE_INDEX" val="40492856"/>
  <p:tag name="KSO_WM_UNIT_LAYERLEVEL" val="1_1_1_1"/>
  <p:tag name="KSO_WM_TAG_VERSION" val="3.0"/>
  <p:tag name="KSO_WM_UNIT_SUBTYPE" val="a"/>
  <p:tag name="KSO_WM_UNIT_TEXT_LAYER_COUNT" val="1"/>
  <p:tag name="KSO_WM_UNIT_NOCLEAR" val="0"/>
  <p:tag name="KSO_WM_DIAGRAM_GROUP_CODE" val="n1-1"/>
  <p:tag name="KSO_WM_DIAGRAM_VERSION" val="3"/>
  <p:tag name="KSO_WM_DIAGRAM_COLOR_TRICK" val="1"/>
  <p:tag name="KSO_WM_DIAGRAM_COLOR_TEXT_CAN_REMOVE" val="n"/>
  <p:tag name="KSO_WM_UNIT_PRESET_TEXT" val="单击添加正文，文字是思想的提炼，请言简意赅阐述内容。"/>
  <p:tag name="KSO_WM_UNIT_LINE_FORE_SCHEMECOLOR_INDEX" val="-2"/>
  <p:tag name="KSO_WM_UNIT_TEXT_FILL_FORE_SCHEMECOLOR_INDEX" val="1"/>
  <p:tag name="KSO_WM_UNIT_TEXT_FILL_TYPE" val="1"/>
  <p:tag name="KSO_WM_UNIT_TEXT_TYPE" val="1"/>
  <p:tag name="KSO_WM_DIAGRAM_VIRTUALLY_FRAME" val="{&quot;height&quot;:962.85,&quot;left&quot;:-74.54992125984253,&quot;top&quot;:162.17503937007874,&quot;width&quot;:1057.3749090528113}"/>
  <p:tag name="KSO_WM_DIAGRAM_MAX_ITEMCNT" val="4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2856_2*n_h_h_a*1_2_1_1"/>
  <p:tag name="KSO_WM_TEMPLATE_CATEGORY" val="diagram"/>
  <p:tag name="KSO_WM_TEMPLATE_INDEX" val="40492856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DIAGRAM_GROUP_CODE" val="n1-1"/>
  <p:tag name="KSO_WM_DIAGRAM_VERSION" val="3"/>
  <p:tag name="KSO_WM_DIAGRAM_COLOR_TRICK" val="1"/>
  <p:tag name="KSO_WM_DIAGRAM_COLOR_TEXT_CAN_REMOVE" val="n"/>
  <p:tag name="KSO_WM_UNIT_PRESET_TEXT" val="添加项目标题"/>
  <p:tag name="KSO_WM_UNIT_LINE_FORE_SCHEMECOLOR_INDEX" val="-2"/>
  <p:tag name="KSO_WM_UNIT_TEXT_FILL_FORE_SCHEMECOLOR_INDEX" val="1"/>
  <p:tag name="KSO_WM_UNIT_TEXT_FILL_TYPE" val="1"/>
  <p:tag name="KSO_WM_UNIT_TEXT_TYPE" val="1"/>
  <p:tag name="KSO_WM_DIAGRAM_VIRTUALLY_FRAME" val="{&quot;height&quot;:962.85,&quot;left&quot;:-74.54992125984253,&quot;top&quot;:162.17503937007874,&quot;width&quot;:1057.3749090528113}"/>
  <p:tag name="KSO_WM_DIAGRAM_MAX_ITEMCNT" val="4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2856_2*n_h_h_x*1_2_1_1"/>
  <p:tag name="KSO_WM_TEMPLATE_CATEGORY" val="diagram"/>
  <p:tag name="KSO_WM_TEMPLATE_INDEX" val="40492856"/>
  <p:tag name="KSO_WM_UNIT_LAYERLEVEL" val="1_1_1_1"/>
  <p:tag name="KSO_WM_TAG_VERSION" val="3.0"/>
  <p:tag name="KSO_WM_UNIT_VALUE" val="100*100"/>
  <p:tag name="KSO_WM_DIAGRAM_GROUP_CODE" val="n1-1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VIRTUALLY_FRAME" val="{&quot;height&quot;:962.85,&quot;left&quot;:-74.54992125984253,&quot;top&quot;:162.17503937007874,&quot;width&quot;:1057.3749090528113}"/>
  <p:tag name="KSO_WM_DIAGRAM_MAX_ITEMCNT" val="4"/>
  <p:tag name="KSO_WM_DIAGRAM_MIN_ITEMCNT" val="3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2856_2*n_h_h_f*1_2_2_1"/>
  <p:tag name="KSO_WM_TEMPLATE_CATEGORY" val="diagram"/>
  <p:tag name="KSO_WM_TEMPLATE_INDEX" val="40492856"/>
  <p:tag name="KSO_WM_UNIT_LAYERLEVEL" val="1_1_1_1"/>
  <p:tag name="KSO_WM_TAG_VERSION" val="3.0"/>
  <p:tag name="KSO_WM_UNIT_SUBTYPE" val="a"/>
  <p:tag name="KSO_WM_UNIT_TEXT_LAYER_COUNT" val="1"/>
  <p:tag name="KSO_WM_UNIT_NOCLEAR" val="0"/>
  <p:tag name="KSO_WM_DIAGRAM_GROUP_CODE" val="n1-1"/>
  <p:tag name="KSO_WM_DIAGRAM_VERSION" val="3"/>
  <p:tag name="KSO_WM_DIAGRAM_COLOR_TRICK" val="1"/>
  <p:tag name="KSO_WM_DIAGRAM_COLOR_TEXT_CAN_REMOVE" val="n"/>
  <p:tag name="KSO_WM_UNIT_PRESET_TEXT" val="单击此处添加正文，文字是思想的提炼，请言简意赅阐述内容。"/>
  <p:tag name="KSO_WM_UNIT_LINE_FORE_SCHEMECOLOR_INDEX" val="-2"/>
  <p:tag name="KSO_WM_UNIT_TEXT_FILL_FORE_SCHEMECOLOR_INDEX" val="1"/>
  <p:tag name="KSO_WM_UNIT_TEXT_FILL_TYPE" val="1"/>
  <p:tag name="KSO_WM_UNIT_TEXT_TYPE" val="1"/>
  <p:tag name="KSO_WM_DIAGRAM_VIRTUALLY_FRAME" val="{&quot;height&quot;:962.85,&quot;left&quot;:-74.54992125984253,&quot;top&quot;:162.17503937007874,&quot;width&quot;:1057.3749090528113}"/>
  <p:tag name="KSO_WM_DIAGRAM_MAX_ITEMCNT" val="4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2856_2*n_h_h_a*1_2_2_1"/>
  <p:tag name="KSO_WM_TEMPLATE_CATEGORY" val="diagram"/>
  <p:tag name="KSO_WM_TEMPLATE_INDEX" val="40492856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DIAGRAM_GROUP_CODE" val="n1-1"/>
  <p:tag name="KSO_WM_DIAGRAM_VERSION" val="3"/>
  <p:tag name="KSO_WM_DIAGRAM_COLOR_TRICK" val="1"/>
  <p:tag name="KSO_WM_DIAGRAM_COLOR_TEXT_CAN_REMOVE" val="n"/>
  <p:tag name="KSO_WM_UNIT_PRESET_TEXT" val="添加项目标题"/>
  <p:tag name="KSO_WM_UNIT_LINE_FORE_SCHEMECOLOR_INDEX" val="-2"/>
  <p:tag name="KSO_WM_UNIT_TEXT_FILL_FORE_SCHEMECOLOR_INDEX" val="1"/>
  <p:tag name="KSO_WM_UNIT_TEXT_FILL_TYPE" val="1"/>
  <p:tag name="KSO_WM_UNIT_TEXT_TYPE" val="1"/>
  <p:tag name="KSO_WM_DIAGRAM_VIRTUALLY_FRAME" val="{&quot;height&quot;:962.85,&quot;left&quot;:-74.54992125984253,&quot;top&quot;:162.17503937007874,&quot;width&quot;:1057.3749090528113}"/>
  <p:tag name="KSO_WM_DIAGRAM_MAX_ITEMCNT" val="4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2856_2*n_h_h_f*1_2_3_1"/>
  <p:tag name="KSO_WM_TEMPLATE_CATEGORY" val="diagram"/>
  <p:tag name="KSO_WM_TEMPLATE_INDEX" val="40492856"/>
  <p:tag name="KSO_WM_UNIT_LAYERLEVEL" val="1_1_1_1"/>
  <p:tag name="KSO_WM_TAG_VERSION" val="3.0"/>
  <p:tag name="KSO_WM_UNIT_SUBTYPE" val="a"/>
  <p:tag name="KSO_WM_UNIT_TEXT_LAYER_COUNT" val="1"/>
  <p:tag name="KSO_WM_UNIT_NOCLEAR" val="0"/>
  <p:tag name="KSO_WM_DIAGRAM_GROUP_CODE" val="n1-1"/>
  <p:tag name="KSO_WM_DIAGRAM_VERSION" val="3"/>
  <p:tag name="KSO_WM_DIAGRAM_COLOR_TRICK" val="1"/>
  <p:tag name="KSO_WM_DIAGRAM_COLOR_TEXT_CAN_REMOVE" val="n"/>
  <p:tag name="KSO_WM_UNIT_PRESET_TEXT" val="单击添加正文，文字是思想的提炼，请言简意赅阐述内容。"/>
  <p:tag name="KSO_WM_UNIT_LINE_FORE_SCHEMECOLOR_INDEX" val="-2"/>
  <p:tag name="KSO_WM_UNIT_TEXT_FILL_FORE_SCHEMECOLOR_INDEX" val="1"/>
  <p:tag name="KSO_WM_UNIT_TEXT_FILL_TYPE" val="1"/>
  <p:tag name="KSO_WM_UNIT_TEXT_TYPE" val="1"/>
  <p:tag name="KSO_WM_DIAGRAM_VIRTUALLY_FRAME" val="{&quot;height&quot;:962.85,&quot;left&quot;:-74.54992125984253,&quot;top&quot;:162.17503937007874,&quot;width&quot;:1057.3749090528113}"/>
  <p:tag name="KSO_WM_DIAGRAM_MAX_ITEMCNT" val="4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2856_2*n_h_h_a*1_2_3_1"/>
  <p:tag name="KSO_WM_TEMPLATE_CATEGORY" val="diagram"/>
  <p:tag name="KSO_WM_TEMPLATE_INDEX" val="40492856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DIAGRAM_GROUP_CODE" val="n1-1"/>
  <p:tag name="KSO_WM_DIAGRAM_VERSION" val="3"/>
  <p:tag name="KSO_WM_DIAGRAM_COLOR_TRICK" val="1"/>
  <p:tag name="KSO_WM_DIAGRAM_COLOR_TEXT_CAN_REMOVE" val="n"/>
  <p:tag name="KSO_WM_UNIT_PRESET_TEXT" val="添加项目标题"/>
  <p:tag name="KSO_WM_UNIT_LINE_FORE_SCHEMECOLOR_INDEX" val="-2"/>
  <p:tag name="KSO_WM_UNIT_TEXT_FILL_FORE_SCHEMECOLOR_INDEX" val="1"/>
  <p:tag name="KSO_WM_UNIT_TEXT_FILL_TYPE" val="1"/>
  <p:tag name="KSO_WM_UNIT_TEXT_TYPE" val="1"/>
  <p:tag name="KSO_WM_DIAGRAM_VIRTUALLY_FRAME" val="{&quot;height&quot;:962.85,&quot;left&quot;:-74.54992125984253,&quot;top&quot;:162.17503937007874,&quot;width&quot;:1057.3749090528113}"/>
  <p:tag name="KSO_WM_DIAGRAM_MAX_ITEMCNT" val="4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2856_2*n_h_h_x*1_2_3_1"/>
  <p:tag name="KSO_WM_TEMPLATE_CATEGORY" val="diagram"/>
  <p:tag name="KSO_WM_TEMPLATE_INDEX" val="40492856"/>
  <p:tag name="KSO_WM_UNIT_LAYERLEVEL" val="1_1_1_1"/>
  <p:tag name="KSO_WM_TAG_VERSION" val="3.0"/>
  <p:tag name="KSO_WM_UNIT_VALUE" val="100*100"/>
  <p:tag name="KSO_WM_DIAGRAM_GROUP_CODE" val="n1-1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VIRTUALLY_FRAME" val="{&quot;height&quot;:962.85,&quot;left&quot;:-74.54992125984253,&quot;top&quot;:162.17503937007874,&quot;width&quot;:1057.3749090528113}"/>
  <p:tag name="KSO_WM_DIAGRAM_MAX_ITEMCNT" val="4"/>
  <p:tag name="KSO_WM_DIAGRAM_MIN_ITEMCNT" val="3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2856_2*n_h_h_f*1_2_4_1"/>
  <p:tag name="KSO_WM_TEMPLATE_CATEGORY" val="diagram"/>
  <p:tag name="KSO_WM_TEMPLATE_INDEX" val="40492856"/>
  <p:tag name="KSO_WM_UNIT_LAYERLEVEL" val="1_1_1_1"/>
  <p:tag name="KSO_WM_TAG_VERSION" val="3.0"/>
  <p:tag name="KSO_WM_UNIT_SUBTYPE" val="a"/>
  <p:tag name="KSO_WM_UNIT_TEXT_LAYER_COUNT" val="1"/>
  <p:tag name="KSO_WM_UNIT_NOCLEAR" val="0"/>
  <p:tag name="KSO_WM_DIAGRAM_GROUP_CODE" val="n1-1"/>
  <p:tag name="KSO_WM_DIAGRAM_VERSION" val="3"/>
  <p:tag name="KSO_WM_DIAGRAM_COLOR_TRICK" val="1"/>
  <p:tag name="KSO_WM_DIAGRAM_COLOR_TEXT_CAN_REMOVE" val="n"/>
  <p:tag name="KSO_WM_UNIT_PRESET_TEXT" val="单击此处添加正文，文字是思想的提炼，请言简阐述内容。"/>
  <p:tag name="KSO_WM_UNIT_LINE_FORE_SCHEMECOLOR_INDEX" val="-2"/>
  <p:tag name="KSO_WM_UNIT_TEXT_FILL_FORE_SCHEMECOLOR_INDEX" val="1"/>
  <p:tag name="KSO_WM_UNIT_TEXT_FILL_TYPE" val="1"/>
  <p:tag name="KSO_WM_UNIT_TEXT_TYPE" val="1"/>
  <p:tag name="KSO_WM_DIAGRAM_VIRTUALLY_FRAME" val="{&quot;height&quot;:962.85,&quot;left&quot;:-74.54992125984253,&quot;top&quot;:162.17503937007874,&quot;width&quot;:1057.3749090528113}"/>
  <p:tag name="KSO_WM_DIAGRAM_MAX_ITEMCNT" val="4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2856_2*n_h_h_a*1_2_4_1"/>
  <p:tag name="KSO_WM_TEMPLATE_CATEGORY" val="diagram"/>
  <p:tag name="KSO_WM_TEMPLATE_INDEX" val="40492856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DIAGRAM_GROUP_CODE" val="n1-1"/>
  <p:tag name="KSO_WM_DIAGRAM_VERSION" val="3"/>
  <p:tag name="KSO_WM_DIAGRAM_COLOR_TRICK" val="1"/>
  <p:tag name="KSO_WM_DIAGRAM_COLOR_TEXT_CAN_REMOVE" val="n"/>
  <p:tag name="KSO_WM_UNIT_PRESET_TEXT" val="添加项目标题"/>
  <p:tag name="KSO_WM_UNIT_LINE_FORE_SCHEMECOLOR_INDEX" val="-2"/>
  <p:tag name="KSO_WM_UNIT_TEXT_FILL_FORE_SCHEMECOLOR_INDEX" val="1"/>
  <p:tag name="KSO_WM_UNIT_TEXT_FILL_TYPE" val="1"/>
  <p:tag name="KSO_WM_UNIT_TEXT_TYPE" val="1"/>
  <p:tag name="KSO_WM_DIAGRAM_VIRTUALLY_FRAME" val="{&quot;height&quot;:962.85,&quot;left&quot;:-74.54992125984253,&quot;top&quot;:162.17503937007874,&quot;width&quot;:1057.3749090528113}"/>
  <p:tag name="KSO_WM_DIAGRAM_MAX_ITEMCNT" val="4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2856_2*n_h_h_x*1_2_4_1"/>
  <p:tag name="KSO_WM_TEMPLATE_CATEGORY" val="diagram"/>
  <p:tag name="KSO_WM_TEMPLATE_INDEX" val="40492856"/>
  <p:tag name="KSO_WM_UNIT_LAYERLEVEL" val="1_1_1_1"/>
  <p:tag name="KSO_WM_TAG_VERSION" val="3.0"/>
  <p:tag name="KSO_WM_UNIT_VALUE" val="125*125"/>
  <p:tag name="KSO_WM_DIAGRAM_GROUP_CODE" val="n1-1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VIRTUALLY_FRAME" val="{&quot;height&quot;:962.85,&quot;left&quot;:-74.54992125984253,&quot;top&quot;:162.17503937007874,&quot;width&quot;:1057.3749090528113}"/>
  <p:tag name="KSO_WM_DIAGRAM_MAX_ITEMCNT" val="4"/>
  <p:tag name="KSO_WM_DIAGRAM_MIN_ITEMCNT" val="3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2856_2*n_h_h_x*1_2_2_1"/>
  <p:tag name="KSO_WM_TEMPLATE_CATEGORY" val="diagram"/>
  <p:tag name="KSO_WM_TEMPLATE_INDEX" val="40492856"/>
  <p:tag name="KSO_WM_UNIT_LAYERLEVEL" val="1_1_1_1"/>
  <p:tag name="KSO_WM_TAG_VERSION" val="3.0"/>
  <p:tag name="KSO_WM_UNIT_VALUE" val="100*100"/>
  <p:tag name="KSO_WM_DIAGRAM_GROUP_CODE" val="n1-1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VIRTUALLY_FRAME" val="{&quot;height&quot;:962.85,&quot;left&quot;:-74.54992125984253,&quot;top&quot;:162.17503937007874,&quot;width&quot;:1057.3749090528113}"/>
  <p:tag name="KSO_WM_DIAGRAM_MAX_ITEMCNT" val="4"/>
  <p:tag name="KSO_WM_DIAGRAM_MIN_ITEMCNT" val="3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2856_2*n_h_i*1_1_2"/>
  <p:tag name="KSO_WM_TEMPLATE_CATEGORY" val="diagram"/>
  <p:tag name="KSO_WM_TEMPLATE_INDEX" val="40492856"/>
  <p:tag name="KSO_WM_UNIT_LAYERLEVEL" val="1_1_1"/>
  <p:tag name="KSO_WM_TAG_VERSION" val="3.0"/>
  <p:tag name="KSO_WM_DIAGRAM_GROUP_CODE" val="n1-1"/>
  <p:tag name="KSO_WM_DIAGRAM_VERSION" val="3"/>
  <p:tag name="KSO_WM_DIAGRAM_COLOR_TRICK" val="1"/>
  <p:tag name="KSO_WM_DIAGRAM_COLOR_TEXT_CAN_REMOVE" val="n"/>
  <p:tag name="KSO_WM_UNIT_LINE_FORE_SCHEMECOLOR_INDEX" val="-2"/>
  <p:tag name="KSO_WM_DIAGRAM_VIRTUALLY_FRAME" val="{&quot;height&quot;:962.85,&quot;left&quot;:-74.54992125984253,&quot;top&quot;:162.17503937007874,&quot;width&quot;:1057.3749090528113}"/>
  <p:tag name="KSO_WM_DIAGRAM_MAX_ITEMCNT" val="4"/>
  <p:tag name="KSO_WM_DIAGRAM_MIN_ITEMCNT" val="3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11.xml><?xml version="1.0" encoding="utf-8"?>
<p:tagLst xmlns:p="http://schemas.openxmlformats.org/presentationml/2006/main">
  <p:tag name="KSO_WM_DIAGRAM_VIRTUALLY_FRAME" val="{&quot;height&quot;:263.80007874015746,&quot;left&quot;:36.25,&quot;top&quot;:196.75,&quot;width&quot;:886.8634338378906}"/>
</p:tagLst>
</file>

<file path=ppt/tags/tag112.xml><?xml version="1.0" encoding="utf-8"?>
<p:tagLst xmlns:p="http://schemas.openxmlformats.org/presentationml/2006/main">
  <p:tag name="KSO_WM_DIAGRAM_VIRTUALLY_FRAME" val="{&quot;height&quot;:263.80007874015746,&quot;left&quot;:36.25,&quot;top&quot;:196.75,&quot;width&quot;:886.8634338378906}"/>
  <p:tag name="KSO_WM_UNIT_HIGHLIGHT" val="0"/>
  <p:tag name="KSO_WM_UNIT_COMPATIBLE" val="0"/>
  <p:tag name="KSO_WM_UNIT_DIAGRAM_ISNUMVISUAL" val="0"/>
  <p:tag name="KSO_WM_UNIT_DIAGRAM_ISREFERUNIT" val="0"/>
  <p:tag name="KSO_WM_UNIT_ID" val="diagram20236928_1*m_i*1_1"/>
  <p:tag name="KSO_WM_TEMPLATE_CATEGORY" val="diagram"/>
  <p:tag name="KSO_WM_TEMPLATE_INDEX" val="20236928"/>
  <p:tag name="KSO_WM_UNIT_LAYERLEVEL" val="1_1"/>
  <p:tag name="KSO_WM_TAG_VERSION" val="3.0"/>
  <p:tag name="KSO_WM_BEAUTIFY_FLAG" val="#wm#"/>
  <p:tag name="KSO_WM_DIAGRAM_GROUP_CODE" val="m1-1"/>
  <p:tag name="KSO_WM_UNIT_TYPE" val="m_i"/>
  <p:tag name="KSO_WM_UNIT_INDEX" val="1_1"/>
  <p:tag name="KSO_WM_DIAGRAM_VERSION" val="3"/>
  <p:tag name="KSO_WM_DIAGRAM_COLOR_TRICK" val="1"/>
  <p:tag name="KSO_WM_DIAGRAM_COLOR_TEXT_CAN_REMOVE" val="n"/>
  <p:tag name="KSO_WM_UNIT_LINE_FORE_SCHEMECOLOR_INDEX" val="5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20000000298023224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113.xml><?xml version="1.0" encoding="utf-8"?>
<p:tagLst xmlns:p="http://schemas.openxmlformats.org/presentationml/2006/main">
  <p:tag name="KSO_WM_DIAGRAM_VIRTUALLY_FRAME" val="{&quot;height&quot;:263.80007874015746,&quot;left&quot;:36.25,&quot;top&quot;:196.75,&quot;width&quot;:886.8634338378906}"/>
  <p:tag name="KSO_WM_UNIT_HIGHLIGHT" val="0"/>
  <p:tag name="KSO_WM_UNIT_COMPATIBLE" val="0"/>
  <p:tag name="KSO_WM_UNIT_DIAGRAM_ISNUMVISUAL" val="0"/>
  <p:tag name="KSO_WM_UNIT_DIAGRAM_ISREFERUNIT" val="0"/>
  <p:tag name="KSO_WM_UNIT_ID" val="diagram20236928_1*m_i*1_2"/>
  <p:tag name="KSO_WM_TEMPLATE_CATEGORY" val="diagram"/>
  <p:tag name="KSO_WM_TEMPLATE_INDEX" val="20236928"/>
  <p:tag name="KSO_WM_UNIT_LAYERLEVEL" val="1_1"/>
  <p:tag name="KSO_WM_TAG_VERSION" val="3.0"/>
  <p:tag name="KSO_WM_BEAUTIFY_FLAG" val="#wm#"/>
  <p:tag name="KSO_WM_DIAGRAM_GROUP_CODE" val="m1-1"/>
  <p:tag name="KSO_WM_UNIT_TYPE" val="m_i"/>
  <p:tag name="KSO_WM_UNIT_INDEX" val="1_2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.4"/>
  <p:tag name="KSO_WM_DIAGRAM_MAX_ITEMCNT" val="8"/>
  <p:tag name="KSO_WM_DIAGRAM_MIN_ITEMCNT" val="4"/>
  <p:tag name="KSO_WM_DIAGRAM_COLOR_MATCH_VALUE" val="{&quot;shape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14.xml><?xml version="1.0" encoding="utf-8"?>
<p:tagLst xmlns:p="http://schemas.openxmlformats.org/presentationml/2006/main">
  <p:tag name="KSO_WM_DIAGRAM_VIRTUALLY_FRAME" val="{&quot;height&quot;:263.80007874015746,&quot;left&quot;:36.25,&quot;top&quot;:196.75,&quot;width&quot;:886.8634338378906}"/>
  <p:tag name="KSO_WM_UNIT_HIGHLIGHT" val="0"/>
  <p:tag name="KSO_WM_UNIT_COMPATIBLE" val="0"/>
  <p:tag name="KSO_WM_UNIT_DIAGRAM_ISNUMVISUAL" val="0"/>
  <p:tag name="KSO_WM_UNIT_DIAGRAM_ISREFERUNIT" val="0"/>
  <p:tag name="KSO_WM_UNIT_ID" val="diagram20236928_1*m_h_i*1_1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1_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.09000000357627869,&quot;transparency&quot;:1},{&quot;brightness&quot;:0.4000000059604645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115.xml><?xml version="1.0" encoding="utf-8"?>
<p:tagLst xmlns:p="http://schemas.openxmlformats.org/presentationml/2006/main">
  <p:tag name="KSO_WM_DIAGRAM_VIRTUALLY_FRAME" val="{&quot;height&quot;:263.80007874015746,&quot;left&quot;:36.25,&quot;top&quot;:196.75,&quot;width&quot;:886.8634338378906}"/>
  <p:tag name="KSO_WM_UNIT_HIGHLIGHT" val="0"/>
  <p:tag name="KSO_WM_UNIT_COMPATIBLE" val="0"/>
  <p:tag name="KSO_WM_UNIT_DIAGRAM_ISNUMVISUAL" val="0"/>
  <p:tag name="KSO_WM_UNIT_DIAGRAM_ISREFERUNIT" val="0"/>
  <p:tag name="KSO_WM_UNIT_ID" val="diagram20236928_1*m_h_i*1_1_2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1_2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8"/>
  <p:tag name="KSO_WM_DIAGRAM_MIN_ITEMCNT" val="4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16.xml><?xml version="1.0" encoding="utf-8"?>
<p:tagLst xmlns:p="http://schemas.openxmlformats.org/presentationml/2006/main">
  <p:tag name="KSO_WM_DIAGRAM_VIRTUALLY_FRAME" val="{&quot;height&quot;:263.80007874015746,&quot;left&quot;:36.25,&quot;top&quot;:196.75,&quot;width&quot;:886.8634338378906}"/>
  <p:tag name="KSO_WM_UNIT_HIGHLIGHT" val="0"/>
  <p:tag name="KSO_WM_UNIT_COMPATIBLE" val="0"/>
  <p:tag name="KSO_WM_UNIT_DIAGRAM_ISNUMVISUAL" val="0"/>
  <p:tag name="KSO_WM_UNIT_DIAGRAM_ISREFERUNIT" val="0"/>
  <p:tag name="KSO_WM_UNIT_ID" val="diagram20236928_1*m_h_f*1_1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UNIT_SUBTYPE" val="a"/>
  <p:tag name="KSO_WM_UNIT_NOCLEAR" val="0"/>
  <p:tag name="KSO_WM_DIAGRAM_GROUP_CODE" val="m1-1"/>
  <p:tag name="KSO_WM_UNIT_TYPE" val="m_h_f"/>
  <p:tag name="KSO_WM_UNIT_INDEX" val="1_1_1"/>
  <p:tag name="KSO_WM_DIAGRAM_VERSION" val="3"/>
  <p:tag name="KSO_WM_DIAGRAM_COLOR_TRICK" val="1"/>
  <p:tag name="KSO_WM_DIAGRAM_COLOR_TEXT_CAN_REMOVE" val="n"/>
  <p:tag name="KSO_WM_UNIT_PRESET_TEXT" val="单击输入项正文，文字是您思想的提炼，请言简意赅的阐述观点。&#10;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]}"/>
</p:tagLst>
</file>

<file path=ppt/tags/tag117.xml><?xml version="1.0" encoding="utf-8"?>
<p:tagLst xmlns:p="http://schemas.openxmlformats.org/presentationml/2006/main">
  <p:tag name="KSO_WM_DIAGRAM_VIRTUALLY_FRAME" val="{&quot;height&quot;:263.80007874015746,&quot;left&quot;:36.25,&quot;top&quot;:196.75,&quot;width&quot;:886.8634338378906}"/>
  <p:tag name="KSO_WM_UNIT_HIGHLIGHT" val="0"/>
  <p:tag name="KSO_WM_UNIT_COMPATIBLE" val="0"/>
  <p:tag name="KSO_WM_UNIT_DIAGRAM_ISNUMVISUAL" val="0"/>
  <p:tag name="KSO_WM_UNIT_DIAGRAM_ISREFERUNIT" val="0"/>
  <p:tag name="KSO_WM_UNIT_ID" val="diagram20236928_1*m_h_i*1_1_3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SUBTYPE" val="nb"/>
  <p:tag name="KSO_WM_UNIT_TYPE" val="m_h_i"/>
  <p:tag name="KSO_WM_UNIT_INDEX" val="1_1_3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18.xml><?xml version="1.0" encoding="utf-8"?>
<p:tagLst xmlns:p="http://schemas.openxmlformats.org/presentationml/2006/main">
  <p:tag name="KSO_WM_DIAGRAM_VIRTUALLY_FRAME" val="{&quot;height&quot;:263.80007874015746,&quot;left&quot;:36.25,&quot;top&quot;:196.75,&quot;width&quot;:886.8634338378906}"/>
  <p:tag name="KSO_WM_UNIT_HIGHLIGHT" val="0"/>
  <p:tag name="KSO_WM_UNIT_COMPATIBLE" val="0"/>
  <p:tag name="KSO_WM_UNIT_DIAGRAM_ISNUMVISUAL" val="0"/>
  <p:tag name="KSO_WM_UNIT_DIAGRAM_ISREFERUNIT" val="0"/>
  <p:tag name="KSO_WM_UNIT_ID" val="diagram20236928_1*m_h_i*1_3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3_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.09000000357627869,&quot;transparency&quot;:1},{&quot;brightness&quot;:0.4000000059604645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119.xml><?xml version="1.0" encoding="utf-8"?>
<p:tagLst xmlns:p="http://schemas.openxmlformats.org/presentationml/2006/main">
  <p:tag name="KSO_WM_DIAGRAM_VIRTUALLY_FRAME" val="{&quot;height&quot;:263.80007874015746,&quot;left&quot;:36.25,&quot;top&quot;:196.75,&quot;width&quot;:886.8634338378906}"/>
  <p:tag name="KSO_WM_UNIT_HIGHLIGHT" val="0"/>
  <p:tag name="KSO_WM_UNIT_COMPATIBLE" val="0"/>
  <p:tag name="KSO_WM_UNIT_DIAGRAM_ISNUMVISUAL" val="0"/>
  <p:tag name="KSO_WM_UNIT_DIAGRAM_ISREFERUNIT" val="0"/>
  <p:tag name="KSO_WM_UNIT_ID" val="diagram20236928_1*m_h_i*1_3_2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3_2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8"/>
  <p:tag name="KSO_WM_DIAGRAM_MIN_ITEMCNT" val="4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20.xml><?xml version="1.0" encoding="utf-8"?>
<p:tagLst xmlns:p="http://schemas.openxmlformats.org/presentationml/2006/main">
  <p:tag name="KSO_WM_DIAGRAM_VIRTUALLY_FRAME" val="{&quot;height&quot;:263.80007874015746,&quot;left&quot;:36.25,&quot;top&quot;:196.75,&quot;width&quot;:886.8634338378906}"/>
  <p:tag name="KSO_WM_UNIT_HIGHLIGHT" val="0"/>
  <p:tag name="KSO_WM_UNIT_COMPATIBLE" val="0"/>
  <p:tag name="KSO_WM_UNIT_DIAGRAM_ISNUMVISUAL" val="0"/>
  <p:tag name="KSO_WM_UNIT_DIAGRAM_ISREFERUNIT" val="0"/>
  <p:tag name="KSO_WM_UNIT_ID" val="diagram20236928_1*m_h_f*1_3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UNIT_SUBTYPE" val="a"/>
  <p:tag name="KSO_WM_UNIT_NOCLEAR" val="0"/>
  <p:tag name="KSO_WM_DIAGRAM_GROUP_CODE" val="m1-1"/>
  <p:tag name="KSO_WM_UNIT_TYPE" val="m_h_f"/>
  <p:tag name="KSO_WM_UNIT_INDEX" val="1_3_1"/>
  <p:tag name="KSO_WM_DIAGRAM_VERSION" val="3"/>
  <p:tag name="KSO_WM_DIAGRAM_COLOR_TRICK" val="1"/>
  <p:tag name="KSO_WM_DIAGRAM_COLOR_TEXT_CAN_REMOVE" val="n"/>
  <p:tag name="KSO_WM_UNIT_PRESET_TEXT" val="单击输入项正文，文字是您思想的提炼，请言简意赅的阐述观点。&#10;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]}"/>
</p:tagLst>
</file>

<file path=ppt/tags/tag121.xml><?xml version="1.0" encoding="utf-8"?>
<p:tagLst xmlns:p="http://schemas.openxmlformats.org/presentationml/2006/main">
  <p:tag name="KSO_WM_DIAGRAM_VIRTUALLY_FRAME" val="{&quot;height&quot;:263.80007874015746,&quot;left&quot;:36.25,&quot;top&quot;:196.75,&quot;width&quot;:886.8634338378906}"/>
  <p:tag name="KSO_WM_UNIT_HIGHLIGHT" val="0"/>
  <p:tag name="KSO_WM_UNIT_COMPATIBLE" val="0"/>
  <p:tag name="KSO_WM_UNIT_DIAGRAM_ISNUMVISUAL" val="0"/>
  <p:tag name="KSO_WM_UNIT_DIAGRAM_ISREFERUNIT" val="0"/>
  <p:tag name="KSO_WM_UNIT_ID" val="diagram20236928_1*m_h_i*1_3_3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SUBTYPE" val="nb"/>
  <p:tag name="KSO_WM_UNIT_TYPE" val="m_h_i"/>
  <p:tag name="KSO_WM_UNIT_INDEX" val="1_3_3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22.xml><?xml version="1.0" encoding="utf-8"?>
<p:tagLst xmlns:p="http://schemas.openxmlformats.org/presentationml/2006/main">
  <p:tag name="KSO_WM_DIAGRAM_VIRTUALLY_FRAME" val="{&quot;height&quot;:263.80007874015746,&quot;left&quot;:36.25,&quot;top&quot;:196.75,&quot;width&quot;:886.8634338378906}"/>
  <p:tag name="KSO_WM_UNIT_HIGHLIGHT" val="0"/>
  <p:tag name="KSO_WM_UNIT_COMPATIBLE" val="0"/>
  <p:tag name="KSO_WM_UNIT_DIAGRAM_ISNUMVISUAL" val="0"/>
  <p:tag name="KSO_WM_UNIT_DIAGRAM_ISREFERUNIT" val="0"/>
  <p:tag name="KSO_WM_UNIT_ID" val="diagram20236928_1*m_h_i*1_2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2_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.09000000357627869,&quot;transparency&quot;:1},{&quot;brightness&quot;:0.4000000059604645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123.xml><?xml version="1.0" encoding="utf-8"?>
<p:tagLst xmlns:p="http://schemas.openxmlformats.org/presentationml/2006/main">
  <p:tag name="KSO_WM_DIAGRAM_VIRTUALLY_FRAME" val="{&quot;height&quot;:263.80007874015746,&quot;left&quot;:36.25,&quot;top&quot;:196.75,&quot;width&quot;:886.8634338378906}"/>
  <p:tag name="KSO_WM_UNIT_HIGHLIGHT" val="0"/>
  <p:tag name="KSO_WM_UNIT_COMPATIBLE" val="0"/>
  <p:tag name="KSO_WM_UNIT_DIAGRAM_ISNUMVISUAL" val="0"/>
  <p:tag name="KSO_WM_UNIT_DIAGRAM_ISREFERUNIT" val="0"/>
  <p:tag name="KSO_WM_UNIT_ID" val="diagram20236928_1*m_h_i*1_2_2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2_2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8"/>
  <p:tag name="KSO_WM_DIAGRAM_MIN_ITEMCNT" val="4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24.xml><?xml version="1.0" encoding="utf-8"?>
<p:tagLst xmlns:p="http://schemas.openxmlformats.org/presentationml/2006/main">
  <p:tag name="KSO_WM_DIAGRAM_VIRTUALLY_FRAME" val="{&quot;height&quot;:263.80007874015746,&quot;left&quot;:36.25,&quot;top&quot;:196.75,&quot;width&quot;:886.8634338378906}"/>
  <p:tag name="KSO_WM_UNIT_HIGHLIGHT" val="0"/>
  <p:tag name="KSO_WM_UNIT_COMPATIBLE" val="0"/>
  <p:tag name="KSO_WM_UNIT_DIAGRAM_ISNUMVISUAL" val="0"/>
  <p:tag name="KSO_WM_UNIT_DIAGRAM_ISREFERUNIT" val="0"/>
  <p:tag name="KSO_WM_UNIT_ID" val="diagram20236928_1*m_h_f*1_2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UNIT_SUBTYPE" val="a"/>
  <p:tag name="KSO_WM_UNIT_NOCLEAR" val="0"/>
  <p:tag name="KSO_WM_DIAGRAM_GROUP_CODE" val="m1-1"/>
  <p:tag name="KSO_WM_UNIT_TYPE" val="m_h_f"/>
  <p:tag name="KSO_WM_UNIT_INDEX" val="1_2_1"/>
  <p:tag name="KSO_WM_DIAGRAM_VERSION" val="3"/>
  <p:tag name="KSO_WM_DIAGRAM_COLOR_TRICK" val="1"/>
  <p:tag name="KSO_WM_DIAGRAM_COLOR_TEXT_CAN_REMOVE" val="n"/>
  <p:tag name="KSO_WM_UNIT_PRESET_TEXT" val="单击输入项正文，文字是您思想的提炼，请言简意赅的阐述观点。&#10;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]}"/>
</p:tagLst>
</file>

<file path=ppt/tags/tag125.xml><?xml version="1.0" encoding="utf-8"?>
<p:tagLst xmlns:p="http://schemas.openxmlformats.org/presentationml/2006/main">
  <p:tag name="KSO_WM_DIAGRAM_VIRTUALLY_FRAME" val="{&quot;height&quot;:263.80007874015746,&quot;left&quot;:36.25,&quot;top&quot;:196.75,&quot;width&quot;:886.8634338378906}"/>
  <p:tag name="KSO_WM_UNIT_HIGHLIGHT" val="0"/>
  <p:tag name="KSO_WM_UNIT_COMPATIBLE" val="0"/>
  <p:tag name="KSO_WM_UNIT_DIAGRAM_ISNUMVISUAL" val="0"/>
  <p:tag name="KSO_WM_UNIT_DIAGRAM_ISREFERUNIT" val="0"/>
  <p:tag name="KSO_WM_UNIT_ID" val="diagram20236928_1*m_h_i*1_2_3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SUBTYPE" val="nb"/>
  <p:tag name="KSO_WM_UNIT_TYPE" val="m_h_i"/>
  <p:tag name="KSO_WM_UNIT_INDEX" val="1_2_3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26.xml><?xml version="1.0" encoding="utf-8"?>
<p:tagLst xmlns:p="http://schemas.openxmlformats.org/presentationml/2006/main">
  <p:tag name="KSO_WM_DIAGRAM_VIRTUALLY_FRAME" val="{&quot;height&quot;:263.80007874015746,&quot;left&quot;:36.25,&quot;top&quot;:196.75,&quot;width&quot;:886.8634338378906}"/>
  <p:tag name="KSO_WM_UNIT_HIGHLIGHT" val="0"/>
  <p:tag name="KSO_WM_UNIT_COMPATIBLE" val="0"/>
  <p:tag name="KSO_WM_UNIT_DIAGRAM_ISNUMVISUAL" val="0"/>
  <p:tag name="KSO_WM_UNIT_DIAGRAM_ISREFERUNIT" val="0"/>
  <p:tag name="KSO_WM_UNIT_ID" val="diagram20236928_1*m_h_i*1_4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4_1"/>
  <p:tag name="KSO_WM_DIAGRAM_VERSION" val="3"/>
  <p:tag name="KSO_WM_DIAGRAM_COLOR_TRICK" val="1"/>
  <p:tag name="KSO_WM_DIAGRAM_COLOR_TEXT_CAN_REMOVE" val="n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.09000000357627869,&quot;transparency&quot;:1},{&quot;brightness&quot;:0.4000000059604645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127.xml><?xml version="1.0" encoding="utf-8"?>
<p:tagLst xmlns:p="http://schemas.openxmlformats.org/presentationml/2006/main">
  <p:tag name="KSO_WM_DIAGRAM_VIRTUALLY_FRAME" val="{&quot;height&quot;:263.80007874015746,&quot;left&quot;:36.25,&quot;top&quot;:196.75,&quot;width&quot;:886.8634338378906}"/>
  <p:tag name="KSO_WM_UNIT_HIGHLIGHT" val="0"/>
  <p:tag name="KSO_WM_UNIT_COMPATIBLE" val="0"/>
  <p:tag name="KSO_WM_UNIT_DIAGRAM_ISNUMVISUAL" val="0"/>
  <p:tag name="KSO_WM_UNIT_DIAGRAM_ISREFERUNIT" val="0"/>
  <p:tag name="KSO_WM_UNIT_ID" val="diagram20236928_1*m_h_i*1_4_2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4_2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8"/>
  <p:tag name="KSO_WM_DIAGRAM_MIN_ITEMCNT" val="4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28.xml><?xml version="1.0" encoding="utf-8"?>
<p:tagLst xmlns:p="http://schemas.openxmlformats.org/presentationml/2006/main">
  <p:tag name="KSO_WM_DIAGRAM_VIRTUALLY_FRAME" val="{&quot;height&quot;:263.80007874015746,&quot;left&quot;:36.25,&quot;top&quot;:196.75,&quot;width&quot;:886.8634338378906}"/>
  <p:tag name="KSO_WM_UNIT_HIGHLIGHT" val="0"/>
  <p:tag name="KSO_WM_UNIT_COMPATIBLE" val="0"/>
  <p:tag name="KSO_WM_UNIT_DIAGRAM_ISNUMVISUAL" val="0"/>
  <p:tag name="KSO_WM_UNIT_DIAGRAM_ISREFERUNIT" val="0"/>
  <p:tag name="KSO_WM_UNIT_ID" val="diagram20236928_1*m_h_f*1_4_1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UNIT_SUBTYPE" val="a"/>
  <p:tag name="KSO_WM_UNIT_NOCLEAR" val="0"/>
  <p:tag name="KSO_WM_DIAGRAM_GROUP_CODE" val="m1-1"/>
  <p:tag name="KSO_WM_UNIT_TYPE" val="m_h_f"/>
  <p:tag name="KSO_WM_UNIT_INDEX" val="1_4_1"/>
  <p:tag name="KSO_WM_DIAGRAM_VERSION" val="3"/>
  <p:tag name="KSO_WM_DIAGRAM_COLOR_TRICK" val="1"/>
  <p:tag name="KSO_WM_DIAGRAM_COLOR_TEXT_CAN_REMOVE" val="n"/>
  <p:tag name="KSO_WM_UNIT_PRESET_TEXT" val="单击输入项正文，文字是您思想的提炼，请言简意赅的阐述观点。&#10;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]}"/>
</p:tagLst>
</file>

<file path=ppt/tags/tag129.xml><?xml version="1.0" encoding="utf-8"?>
<p:tagLst xmlns:p="http://schemas.openxmlformats.org/presentationml/2006/main">
  <p:tag name="KSO_WM_DIAGRAM_VIRTUALLY_FRAME" val="{&quot;height&quot;:263.80007874015746,&quot;left&quot;:36.25,&quot;top&quot;:196.75,&quot;width&quot;:886.8634338378906}"/>
  <p:tag name="KSO_WM_UNIT_HIGHLIGHT" val="0"/>
  <p:tag name="KSO_WM_UNIT_COMPATIBLE" val="0"/>
  <p:tag name="KSO_WM_UNIT_DIAGRAM_ISNUMVISUAL" val="0"/>
  <p:tag name="KSO_WM_UNIT_DIAGRAM_ISREFERUNIT" val="0"/>
  <p:tag name="KSO_WM_UNIT_ID" val="diagram20236928_1*m_h_i*1_4_3"/>
  <p:tag name="KSO_WM_TEMPLATE_CATEGORY" val="diagram"/>
  <p:tag name="KSO_WM_TEMPLATE_INDEX" val="20236928"/>
  <p:tag name="KSO_WM_UNIT_LAYERLEVEL" val="1_1_1"/>
  <p:tag name="KSO_WM_TAG_VERSION" val="3.0"/>
  <p:tag name="KSO_WM_BEAUTIFY_FLAG" val="#wm#"/>
  <p:tag name="KSO_WM_DIAGRAM_GROUP_CODE" val="m1-1"/>
  <p:tag name="KSO_WM_UNIT_SUBTYPE" val="nb"/>
  <p:tag name="KSO_WM_UNIT_TYPE" val="m_h_i"/>
  <p:tag name="KSO_WM_UNIT_INDEX" val="1_4_3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30.xml><?xml version="1.0" encoding="utf-8"?>
<p:tagLst xmlns:p="http://schemas.openxmlformats.org/presentationml/2006/main">
  <p:tag name="KSO_WM_DIAGRAM_VIRTUALLY_FRAME" val="{&quot;height&quot;:263.8,&quot;left&quot;:36.886566162109375,&quot;top&quot;:196.75007874015748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1*m_h_i*1_1_2"/>
  <p:tag name="KSO_WM_TEMPLATE_CATEGORY" val="diagram"/>
  <p:tag name="KSO_WM_TEMPLATE_INDEX" val="20236928"/>
  <p:tag name="KSO_WM_UNIT_LAYERLEVEL" val="1_1_1"/>
  <p:tag name="KSO_WM_TAG_VERSION" val="3.0"/>
  <p:tag name="KSO_WM_DIAGRAM_GROUP_CODE" val="m1-1"/>
  <p:tag name="KSO_WM_UNIT_TYPE" val="m_h_i"/>
  <p:tag name="KSO_WM_UNIT_INDEX" val="1_1_2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8"/>
  <p:tag name="KSO_WM_DIAGRAM_MIN_ITEMCNT" val="4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31.xml><?xml version="1.0" encoding="utf-8"?>
<p:tagLst xmlns:p="http://schemas.openxmlformats.org/presentationml/2006/main">
  <p:tag name="KSO_WM_DIAGRAM_VIRTUALLY_FRAME" val="{&quot;height&quot;:263.8,&quot;left&quot;:36.886566162109375,&quot;top&quot;:196.75007874015748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1*m_h_f*1_1_1"/>
  <p:tag name="KSO_WM_TEMPLATE_CATEGORY" val="diagram"/>
  <p:tag name="KSO_WM_TEMPLATE_INDEX" val="20236928"/>
  <p:tag name="KSO_WM_UNIT_LAYERLEVEL" val="1_1_1"/>
  <p:tag name="KSO_WM_TAG_VERSION" val="3.0"/>
  <p:tag name="KSO_WM_UNIT_SUBTYPE" val="a"/>
  <p:tag name="KSO_WM_UNIT_NOCLEAR" val="0"/>
  <p:tag name="KSO_WM_DIAGRAM_GROUP_CODE" val="m1-1"/>
  <p:tag name="KSO_WM_UNIT_TYPE" val="m_h_f"/>
  <p:tag name="KSO_WM_UNIT_INDEX" val="1_1_1"/>
  <p:tag name="KSO_WM_DIAGRAM_VERSION" val="3"/>
  <p:tag name="KSO_WM_DIAGRAM_COLOR_TRICK" val="1"/>
  <p:tag name="KSO_WM_DIAGRAM_COLOR_TEXT_CAN_REMOVE" val="n"/>
  <p:tag name="KSO_WM_UNIT_PRESET_TEXT" val="单击输入项正文，文字是您思想的提炼，请言简意赅的阐述观点。&#10;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]}"/>
</p:tagLst>
</file>

<file path=ppt/tags/tag132.xml><?xml version="1.0" encoding="utf-8"?>
<p:tagLst xmlns:p="http://schemas.openxmlformats.org/presentationml/2006/main">
  <p:tag name="KSO_WM_DIAGRAM_VIRTUALLY_FRAME" val="{&quot;height&quot;:263.8,&quot;left&quot;:36.886566162109375,&quot;top&quot;:196.75007874015748,&quot;width&quot;:886.2268676757812}"/>
  <p:tag name="KSO_WM_UNIT_HIGHLIGHT" val="0"/>
  <p:tag name="KSO_WM_UNIT_COMPATIBLE" val="0"/>
  <p:tag name="KSO_WM_UNIT_DIAGRAM_ISNUMVISUAL" val="0"/>
  <p:tag name="KSO_WM_UNIT_DIAGRAM_ISREFERUNIT" val="0"/>
  <p:tag name="KSO_WM_UNIT_ID" val="diagram20236928_1*m_h_i*1_1_3"/>
  <p:tag name="KSO_WM_TEMPLATE_CATEGORY" val="diagram"/>
  <p:tag name="KSO_WM_TEMPLATE_INDEX" val="20236928"/>
  <p:tag name="KSO_WM_UNIT_LAYERLEVEL" val="1_1_1"/>
  <p:tag name="KSO_WM_TAG_VERSION" val="3.0"/>
  <p:tag name="KSO_WM_DIAGRAM_GROUP_CODE" val="m1-1"/>
  <p:tag name="KSO_WM_UNIT_SUBTYPE" val="nb"/>
  <p:tag name="KSO_WM_UNIT_TYPE" val="m_h_i"/>
  <p:tag name="KSO_WM_UNIT_INDEX" val="1_1_3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DIAGRAM_MAX_ITEMCNT" val="8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33.xml><?xml version="1.0" encoding="utf-8"?>
<p:tagLst xmlns:p="http://schemas.openxmlformats.org/presentationml/2006/main">
  <p:tag name="resource_record_key" val="{&quot;10&quot;:[50063645,50063709],&quot;29&quot;:[50000047],&quot;70&quot;:[3426812,3327930,3427977,3322139,3312417,3314101,3313570,3333613,3322227,3322089,3428022,3328076,3330466,3321884,3314103]}"/>
</p:tagLst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1789</Words>
  <Application>WPS 演示</Application>
  <PresentationFormat>宽屏</PresentationFormat>
  <Paragraphs>218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8</vt:i4>
      </vt:variant>
    </vt:vector>
  </HeadingPairs>
  <TitlesOfParts>
    <vt:vector size="29" baseType="lpstr">
      <vt:lpstr>Arial</vt:lpstr>
      <vt:lpstr>宋体</vt:lpstr>
      <vt:lpstr>Wingdings</vt:lpstr>
      <vt:lpstr>Helvetica Neue LT Std 65 Medium</vt:lpstr>
      <vt:lpstr>Helvetica</vt:lpstr>
      <vt:lpstr>思源黑体 CN Medium</vt:lpstr>
      <vt:lpstr>思源黑体 CN Normal</vt:lpstr>
      <vt:lpstr>HelveticaNeueLT Std Lt</vt:lpstr>
      <vt:lpstr>HelveticaNeueLT Std</vt:lpstr>
      <vt:lpstr>微软雅黑</vt:lpstr>
      <vt:lpstr>等线</vt:lpstr>
      <vt:lpstr>Arial</vt:lpstr>
      <vt:lpstr>Wingdings</vt:lpstr>
      <vt:lpstr>Noto Sans SC</vt:lpstr>
      <vt:lpstr>Segoe Print</vt:lpstr>
      <vt:lpstr>Arial Unicode MS</vt:lpstr>
      <vt:lpstr>Calibri</vt:lpstr>
      <vt:lpstr>1_自定义设计方案</vt:lpstr>
      <vt:lpstr>3_自定义设计方案</vt:lpstr>
      <vt:lpstr>自定义设计方案</vt:lpstr>
      <vt:lpstr>2_自定义设计方案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amanda.wu(吴梦雨)</dc:creator>
  <cp:lastModifiedBy>许久久</cp:lastModifiedBy>
  <cp:revision>274</cp:revision>
  <dcterms:created xsi:type="dcterms:W3CDTF">2026-04-05T05:13:00Z</dcterms:created>
  <dcterms:modified xsi:type="dcterms:W3CDTF">2026-04-15T06:14:18Z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97B3C9731D99B90F64DED0699067671E_42</vt:lpwstr>
  </property>
  <property fmtid="{D5CDD505-2E9C-101B-9397-08002B2CF9AE}" pid="3" name="KSOProductBuildVer">
    <vt:lpwstr>2052-12.1.0.25865</vt:lpwstr>
  </property>
</Properties>
</file>