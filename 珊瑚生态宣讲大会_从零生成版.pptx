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828800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5486400" cy="54864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珊瑚生态宣讲大会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114800" y="2560320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400" kern="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全民共建 生态繁荣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 · 全集团AIT开发者大会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什么是珊瑚生态？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以珊瑚平台为底座，构建整体生态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珊瑚平台是企业自研的工作流智能体构建平台。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打造可复用、可组合、可迭代的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资源货架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从“平台资源建设”转向“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全民共建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”。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愿景：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赋能并激发所有开发和民兵小伙伴，让每个业务想法都能落地成业务实践。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资源货架包含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303520" y="210312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49440" y="210312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27432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27432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0" y="33832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3383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RAG知识包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生态运行机制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2860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286000"/>
            <a:ext cx="1463040" cy="914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60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资源创建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开发者构建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017520"/>
            <a:ext cx="182880" cy="182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94560" y="22860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194560" y="2286000"/>
            <a:ext cx="1463040" cy="914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5603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94560" y="2286000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19456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审核发布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19456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质量把控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017520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931920" y="22860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931920" y="2286000"/>
            <a:ext cx="1463040" cy="914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256032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31920" y="2286000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93192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流通调用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393192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全员可用</a:t>
            </a:r>
            <a:endParaRPr lang="en-US" sz="12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017520"/>
            <a:ext cx="182880" cy="1828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669280" y="22860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5669280" y="2286000"/>
            <a:ext cx="1463040" cy="914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2560320"/>
            <a:ext cx="548640" cy="5486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669280" y="2286000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566928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数据监控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566928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效果追踪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3017520"/>
            <a:ext cx="182880" cy="18288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406640" y="2286000"/>
            <a:ext cx="1463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7406640" y="2286000"/>
            <a:ext cx="1463040" cy="914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2560320"/>
            <a:ext cx="548640" cy="54864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406640" y="2286000"/>
            <a:ext cx="36576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7406640" y="3200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740664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生态奖励机制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2743200" cy="2743200"/>
          </a:xfrm>
          <a:prstGeom prst="ellipse">
            <a:avLst/>
          </a:prstGeom>
          <a:solidFill>
            <a:srgbClr val="0A19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14600"/>
            <a:ext cx="13716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9120" y="164592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89120" y="1645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937760" y="1783080"/>
            <a:ext cx="0" cy="548640"/>
          </a:xfrm>
          <a:prstGeom prst="line">
            <a:avLst/>
          </a:prstGeom>
          <a:noFill/>
          <a:ln w="25400">
            <a:solidFill>
              <a:srgbClr val="F8FA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获取能量值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1206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每贡献一个生态资源，根据资源类型和质量可获得不同的能量值。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65176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389120" y="26517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4937760" y="2788920"/>
            <a:ext cx="0" cy="548640"/>
          </a:xfrm>
          <a:prstGeom prst="line">
            <a:avLst/>
          </a:prstGeom>
          <a:noFill/>
          <a:ln w="25400">
            <a:solidFill>
              <a:srgbClr val="F8FA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月度排名统计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20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系统每个月会对全员的能量值贡献进行排名与统计分析。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89120" y="365760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389120" y="3657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937760" y="3794760"/>
            <a:ext cx="0" cy="548640"/>
          </a:xfrm>
          <a:prstGeom prst="line">
            <a:avLst/>
          </a:prstGeom>
          <a:noFill/>
          <a:ln w="25400">
            <a:solidFill>
              <a:srgbClr val="F8FA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次月发放奖励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2064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根据上月的排名情况，次月统一发放丰厚的生态贡献奖励。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业务宣导：共建生态繁荣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珊瑚生态，需要你的加入！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560320" cy="1828800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4688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新模型的上线使用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体验最新的AI大模型能力，融入业务开发日常。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2194560"/>
            <a:ext cx="2560320" cy="1828800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4688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新资源的上线推广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747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发现并使用社区最新发布的优质生态资源。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2194560"/>
            <a:ext cx="2560320" cy="1828800"/>
          </a:xfrm>
          <a:prstGeom prst="rect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46888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资源共创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0936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积极贡献你的独特业务Prompt、Agent和MCP插件。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了解更多：github.com/1989zj/zj-matrix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珊瑚生态宣讲大会</dc:title>
  <dc:subject>PptxGenJS Presentation</dc:subject>
  <dc:creator>珊瑚生态团队</dc:creator>
  <cp:lastModifiedBy>珊瑚生态团队</cp:lastModifiedBy>
  <cp:revision>1</cp:revision>
  <dcterms:created xsi:type="dcterms:W3CDTF">2026-04-16T03:23:32Z</dcterms:created>
  <dcterms:modified xsi:type="dcterms:W3CDTF">2026-04-16T03:23:32Z</dcterms:modified>
</cp:coreProperties>
</file>